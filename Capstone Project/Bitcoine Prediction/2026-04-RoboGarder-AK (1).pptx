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86" r:id="rId21"/>
    <p:sldId id="287" r:id="rId22"/>
    <p:sldId id="288" r:id="rId23"/>
    <p:sldId id="289" r:id="rId24"/>
    <p:sldId id="277" r:id="rId25"/>
    <p:sldId id="278" r:id="rId26"/>
    <p:sldId id="279" r:id="rId27"/>
    <p:sldId id="280" r:id="rId28"/>
    <p:sldId id="281" r:id="rId29"/>
    <p:sldId id="283" r:id="rId30"/>
  </p:sldIdLst>
  <p:sldSz cx="18288000" cy="10287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Poppins Bold" panose="00000800000000000000" charset="0"/>
      <p:regular r:id="rId36"/>
    </p:embeddedFont>
    <p:embeddedFont>
      <p:font typeface="Poppins Bold Italics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76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6" d="100"/>
          <a:sy n="86" d="100"/>
        </p:scale>
        <p:origin x="120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31.6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6522 0 24564,'-6522'728'0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36.7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1860 1 24575,'-184'1'0,"-233"31"0,359-27 0,-116-4 0,-15 0 0,187-1 0,-230 12 0,90-4 0,56-1 0,-12 5 0,69-6 0,-1-2 0,-36 0 0,50-3 33,0 0 1,0 1-1,-24 7 0,-25 3-1531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40.6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2990 0 24518,'-2990'67'0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48.2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 0 24575,'0'13'0,"0"29"0,-1 1 0,-9 48 0,5-45 0,5-37 0,0 0 0,-1 0 0,0 0 0,-1 0 0,0 0 0,-7 17 0,-9 21-1365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4:50.628"/>
    </inkml:context>
    <inkml:brush xml:id="br0">
      <inkml:brushProperty name="width" value="0.1" units="cm"/>
      <inkml:brushProperty name="height" value="0.1" units="cm"/>
      <inkml:brushProperty name="color" value="#17375E"/>
    </inkml:brush>
  </inkml:definitions>
  <inkml:trace contextRef="#ctx0" brushRef="#br0">5921 440 24575,'-73'-2'0,"-80"4"0,150-1 0,0-1 0,0 1 0,0-1 0,0 1 0,0 0 0,0 0 0,0 1 0,1-1 0,-1 0 0,0 1 0,1 0 0,-1 0 0,1-1 0,0 2 0,-1-1 0,1 0 0,0 0 0,0 1 0,-2 3 0,-18 17 0,21-22 0,0-1 0,0 1 0,0-1 0,0 1 0,0-1 0,-1 1 0,1-1 0,0 0 0,0 0 0,-1 0 0,1 0 0,0 0 0,0 0 0,-1 0 0,1 0 0,0 0 0,0 0 0,0-1 0,-1 1 0,1 0 0,0-1 0,0 1 0,0-1 0,0 0 0,0 1 0,0-1 0,0 0 0,0 0 0,0 1 0,0-1 0,0 0 0,-1-2 0,-34-40 0,24 27 0,-5-3 0,1-1 0,-19-31 0,31 46 0,-1 0 0,1 0 0,-1 0 0,0 1 0,-1 0 0,1 0 0,-1 0 0,0 1 0,0-1 0,-12-4 0,10 5 0,1 0 0,-1-1 0,1-1 0,0 1 0,0-1 0,-12-11 0,13 10 0,0 1 0,0 0 0,-1 0 0,1 0 0,-1 1 0,-1 0 0,1 0 0,0 1 0,-1 0 0,0 0 0,0 1 0,1 0 0,-1 0 0,-15-1 0,1 2 0,0 0 0,0 1 0,0 1 0,-27 6 0,47-7 0,-5 1 0,0 0 0,0 0 0,1 1 0,-1-1 0,1 2 0,-8 2 0,11-3 0,1 0 0,-1 0 0,1 0 0,0 1 0,0-1 0,0 1 0,0-1 0,0 1 0,0 0 0,0-1 0,1 1 0,0 0 0,0 0 0,-1 0 0,1 4 0,-1-1 0,0-1 0,0 0 0,0 0 0,0 0 0,-1 0 0,0-1 0,0 1 0,0-1 0,0 1 0,-1-1 0,0 0 0,0 0 0,0-1 0,0 1 0,-1-1 0,1 0 0,-1 0 0,0 0 0,0-1 0,-10 4 0,-1-2 0,0-1 0,-1-1 0,1 0 0,-1-1 0,-23-2 0,17 1 0,1 0 0,-25 4 0,42-2 0,0 0 0,-1 1 0,1-1 0,0 1 0,0 0 0,1 1 0,-1-1 0,1 1 0,-1 0 0,-5 7 0,7-9 0,0 1 0,1 0 0,-1 0 0,1 0 0,0 0 0,-1 0 0,1 1 0,1-1 0,-1 1 0,0-1 0,1 1 0,0 0 0,0-1 0,0 1 0,0 0 0,0 6 0,2-9 0,0 1 0,-1-1 0,1 1 0,0-1 0,0 1 0,0-1 0,0 1 0,0-1 0,1 0 0,-1 1 0,0-1 0,1 0 0,-1 0 0,0 0 0,1 0 0,-1 0 0,4 1 0,-4-2 0,0 0 0,0 0 0,0 1 0,0-1 0,0 0 0,0 1 0,-1-1 0,1 1 0,0-1 0,0 1 0,0-1 0,0 1 0,-1 0 0,1-1 0,0 1 0,-1 0 0,1 0 0,-1-1 0,1 1 0,0 0 0,-1 0 0,0 0 0,1 0 0,-1 0 0,0 0 0,1 0 0,-1 0 0,0 0 0,0 0 0,0 0 0,0 0 0,0 0 0,0 0 0,0 0 0,0 0 0,0 0 0,0 0 0,0-1 0,-1 1 0,1 0 0,0 0 0,-1 0 0,1 0 0,-1 0 0,1 0 0,-1 0 0,1-1 0,-2 2 0,-32 31 0,30-31 0,0 1 0,1 0 0,-1 0 0,1 0 0,0 0 0,0 0 0,0 1 0,0-1 0,1 1 0,-1 0 0,1 0 0,0 0 0,-2 7 0,-1 0 0,0 0 0,0 0 0,-1-1 0,0 0 0,-13 17 0,12-18 0,0 1 0,1-1 0,0 2 0,0-1 0,-5 17 0,11-27 0,0 0 0,-1 0 0,1 0 0,0 1 0,0-1 0,0 0 0,0 0 0,0 0 0,0 0 0,0 0 0,-1 1 0,1-1 0,0 0 0,0 0 0,0 0 0,0 0 0,-1 0 0,1 0 0,0 0 0,0 0 0,0 0 0,0 1 0,-1-1 0,1 0 0,0 0 0,0 0 0,0 0 0,-1 0 0,1 0 0,0 0 0,0 0 0,0 0 0,-1-1 0,1 1 0,0 0 0,0 0 0,0 0 0,0 0 0,-1 0 0,1 0 0,0 0 0,0 0 0,0 0 0,0-1 0,-1 1 0,1 0 0,0 0 0,0 0 0,0 0 0,0 0 0,0-1 0,0 1 0,0 0 0,0 0 0,-1 0 0,1-1 0,-14-17 0,-9-25 0,8 13 0,2 4 0,1-1 0,-16-53 0,19 48 0,5 20 0,1 1 0,1-1 0,0 0 0,0 0 0,0-16 0,2 23 0,-1 1 0,0-1 0,0 0 0,0 1 0,0-1 0,-1 1 0,1-1 0,-1 1 0,-1-1 0,1 1 0,0 0 0,-1 0 0,0 0 0,-3-3 0,-55-52 0,32 33 0,-14-4 0,38 28 0,1 0 0,0 0 0,0-1 0,0 1 0,1-1 0,-1 0 0,0 0 0,1 0 0,0 0 0,0-1 0,0 1 0,0-1 0,1 0 0,-1 0 0,1 0 0,0 0 0,-3-9 0,2 2 0,0 0 0,-1 1 0,0 0 0,-1-1 0,0 2 0,-1-1 0,-7-10 0,-6-18 0,19 36 0,-1-1 0,1 1 0,-1 0 0,0 0 0,1 0 0,-1 0 0,0-1 0,-1 2 0,1-1 0,0 0 0,0 0 0,-1 0 0,1 0 0,-1 1 0,0-1 0,1 1 0,-1-1 0,0 1 0,0 0 0,0-1 0,0 1 0,0 0 0,0 0 0,0 1 0,0-1 0,0 0 0,-1 1 0,1-1 0,0 1 0,0 0 0,-1 0 0,1 0 0,-3 0 0,-7 1 0,0 0 0,0 1 0,0 1 0,-15 5 0,20-5 0,0 0 0,-1-1 0,1 0 0,0 0 0,-1-1 0,1 0 0,-1 0 0,1-1 0,-1 0 0,1 0 0,-1-1 0,1 0 0,-1 0 0,-7-2 0,3-2 0,13 10 0,1 21 0,-4-17 0,0 1 0,-1-1 0,0 0 0,-1 0 0,0 0 0,-5 9 0,-8 14 0,16-28 0,-2 1 0,1 0 0,0-1 0,-1 0 0,0 0 0,0 0 0,-6 7 0,8-10 0,0-1 0,1 0 0,-1 1 0,1-1 0,-1 1 0,0-1 0,1 0 0,-1 0 0,0 1 0,1-1 0,-1 0 0,0 0 0,0 0 0,1 0 0,-1 1 0,0-1 0,1 0 0,-1-1 0,0 1 0,0 0 0,1 0 0,-1 0 0,0 0 0,0-1 0,-1 0 0,1 0 0,-1 0 0,1 0 0,-1-1 0,1 1 0,0 0 0,-1-1 0,1 1 0,0-1 0,0 0 0,0 1 0,0-1 0,-1-3 0,-9-40 0,11 42 0,0 0 0,0 0 0,-1-1 0,1 1 0,-1 0 0,1 0 0,-1 0 0,0 0 0,0 0 0,-1 0 0,1 0 0,0 1 0,-1-1 0,0 0 0,0 1 0,0-1 0,0 1 0,0 0 0,0-1 0,0 1 0,-1 0 0,1 0 0,-1 1 0,0-1 0,0 0 0,-2 0 0,-22-9 0,19 6 0,-1 2 0,1-1 0,-1 1 0,0 1 0,0-1 0,-17-1 0,24 6 0,0 1 0,-1-1 0,1 1 0,0-1 0,0 1 0,0 0 0,1 0 0,-1 0 0,1 0 0,0 0 0,-2 4 0,-3 7 0,0-3 0,1 1 0,1 0 0,0 0 0,1 0 0,0 0 0,1 1 0,0-1 0,1 1 0,1 24 0,-2 7 0,1-40 0,0 1 0,0-1 0,0 0 0,-1 0 0,1 0 0,-1 0 0,0 0 0,-1 0 0,1 0 0,-1 0 0,-4 5 0,3-5 0,1 0 0,0 0 0,0 0 0,1 1 0,-1-1 0,1 1 0,0 0 0,0-1 0,-2 9 0,4-12 0,-1 1 0,1-1 0,-1 1 0,0-1 0,1 1 0,-1-1 0,0 0 0,0 1 0,0-1 0,0 0 0,0 0 0,0 0 0,0 0 0,-1 0 0,1 0 0,0 0 0,-1 0 0,1 0 0,0 0 0,-1-1 0,1 1 0,-1-1 0,1 1 0,-3 0 0,-48 7 0,14-3 0,-92 45 0,129-49 0,0-1 0,0 0 0,0 1 0,0-1 0,0 1 0,0-1 0,0 1 0,0-1 0,0 1 0,0 0 0,0 0 0,0-1 0,1 1 0,-1 0 0,0 0 0,1 0 0,-1 0 0,0 0 0,1 0 0,-1 0 0,1 0 0,-1 0 0,1 0 0,-1 2 0,2 30 0,0-31 0,0 0 0,-1 0 0,1 1 0,-1-1 0,0 1 0,1-1 0,-1 0 0,0 1 0,-1-1 0,1 0 0,0 1 0,-1-1 0,1 0 0,-1 1 0,0-1 0,1 0 0,-1 0 0,0 1 0,-1-1 0,1 0 0,0 0 0,-1 0 0,1 0 0,-1-1 0,-2 4 0,-2-2 0,0 0 0,0 0 0,0-1 0,0 0 0,-1 0 0,1 0 0,-1-1 0,1 0 0,-1 0 0,1-1 0,-1 0 0,1 0 0,-1 0 0,0-1 0,-9-2 0,15 3 0,0 0 0,0 0 0,-1 0 0,1 0 0,0 1 0,-1-1 0,1 0 0,0 1 0,0-1 0,-1 1 0,1-1 0,0 1 0,0-1 0,0 1 0,0 0 0,0 0 0,0-1 0,0 1 0,0 0 0,0 0 0,0 0 0,0 0 0,1 0 0,-1 0 0,0 0 0,1 1 0,-1-1 0,1 0 0,-1 0 0,1 0 0,-1 1 0,1-1 0,0 0 0,-1 2 0,-6 59 0,3-30 0,1-18 0,-1 0 0,-1 0 0,-13 26 0,16-36 0,0-1 0,0 0 0,0 0 0,-1 1 0,0-1 0,1-1 0,-1 1 0,-6 4 0,7-6 0,1 0 0,-1 0 0,1 0 0,-1-1 0,1 1 0,-1-1 0,0 1 0,1-1 0,-1 0 0,0 1 0,1-1 0,-1 0 0,0 0 0,1 0 0,-1 0 0,0-1 0,1 1 0,-1 0 0,0-1 0,1 1 0,-3-2 0,1 0 0,0 1 0,0-1 0,0 0 0,1-1 0,-1 1 0,0-1 0,1 1 0,-4-6 0,3 5 0,1-1 0,-1 1 0,0 0 0,0 1 0,0-1 0,-1 0 0,-5-3 0,8 6 0,1-1 0,-1 1 0,0 0 0,0-1 0,1 1 0,-1 0 0,0 0 0,0 0 0,0 0 0,0-1 0,1 1 0,-1 0 0,0 0 0,0 1 0,0-1 0,0 0 0,1 0 0,-1 0 0,0 0 0,0 1 0,0-1 0,1 0 0,-1 1 0,0-1 0,0 1 0,1-1 0,-1 1 0,0-1 0,1 1 0,-1-1 0,0 1 0,1 0 0,-1-1 0,1 1 0,-1 0 0,1-1 0,-1 2 0,-14 40 0,14-38 0,0 1 0,0-1 0,0 0 0,0 0 0,-1 0 0,0 0 0,0 0 0,0 0 0,0 0 0,-4 3 0,4-5 0,-1 0 0,1-1 0,-1 0 0,0 0 0,1 1 0,-1-1 0,0-1 0,0 1 0,1 0 0,-1-1 0,0 0 0,0 1 0,0-1 0,0 0 0,0 0 0,1-1 0,-1 1 0,0-1 0,0 1 0,0-1 0,1 0 0,-1 0 0,0 0 0,1 0 0,-1-1 0,1 1 0,-1-1 0,1 1 0,-4-4 0,2 2 0,-1 0 0,1 1 0,-1 0 0,0 0 0,0 0 0,-9-2 0,11 4 0,0 0 0,0 0 0,0 0 0,0 0 0,0 1 0,0-1 0,0 1 0,0 0 0,0 0 0,0 0 0,1 0 0,-1 0 0,0 1 0,1-1 0,-1 1 0,1 0 0,-1 0 0,1-1 0,0 2 0,0-1 0,0 0 0,0 0 0,0 1 0,1-1 0,-1 1 0,-2 5 0,1-1 0,0 0 0,0 0 0,0 0 0,1 0 0,0 1 0,0 0 0,1-1 0,0 1 0,1 9 0,0-10 0,0-1 0,0 0 0,-1 1 0,1-1 0,-2 1 0,-1 6 0,3-12 0,0 0 0,-1 0 0,1 0 0,-1 0 0,0 0 0,1 0 0,-1 0 0,0 0 0,1 0 0,-1 0 0,0 0 0,0 0 0,0-1 0,0 1 0,0 0 0,0-1 0,0 1 0,0-1 0,0 1 0,0-1 0,0 1 0,-1-1 0,1 0 0,0 1 0,0-1 0,0 0 0,0 0 0,-1 0 0,1 0 0,0 0 0,0 0 0,0 0 0,-1-1 0,1 1 0,0 0 0,0-1 0,0 1 0,0 0 0,0-1 0,0 0 0,-2 0 0,1-1 0,-1 0 0,0-1 0,1 1 0,-1-1 0,1 1 0,0-1 0,0 0 0,0 0 0,0 0 0,1 0 0,-1 0 0,1-1 0,0 1 0,-2-7 0,-11-20 0,6 17 0,1-1 0,1 0 0,-6-16 0,1 3 0,3 11 0,0 0 0,0 1 0,-2 1 0,1-1 0,-16-15 0,-39-62 0,58 84 0,-36-41 0,39 46 0,1 1 0,-1 0 0,0 0 0,0 0 0,0 0 0,0 0 0,0 1 0,0-1 0,0 1 0,-1 0 0,1 0 0,0 0 0,-1 0 0,1 1 0,-1 0 0,-3-1 0,3 2 0,0 1 0,0-1 0,1 1 0,-1-1 0,1 1 0,0 0 0,-1 0 0,1 1 0,0-1 0,0 1 0,1-1 0,-1 1 0,-4 5 0,-34 46 0,38-50 0,0 2 0,-1 1 0,1-1 0,0 1 0,1 0 0,0 0 0,0 0 0,0 0 0,1 0 0,0 0 0,0 10 0,1-11 0,0-1 0,0 0 0,-1 0 0,1 1 0,-1-1 0,-1 0 0,1 0 0,-1 0 0,1 0 0,-1 0 0,-1-1 0,1 1 0,-1 0 0,0-1 0,0 0 0,0 0 0,0 0 0,-1 0 0,-6 6 0,0-4 0,1-1 0,-1 1 0,0-2 0,-19 7 0,21-9 0,0 1 0,0 0 0,0 0 0,1 1 0,-1 0 0,1 1 0,0 0 0,0 0 0,-11 11 0,-19 20 0,20-20 0,1 0 0,-16 22 0,28-33 0,0 1 0,1-1 0,-1 1 0,1 0 0,1 0 0,-1 0 0,1 0 0,0 1 0,0-1 0,1 1 0,-2 12 0,3-16 0,0 0 0,-1-1 0,1 1 0,-1-1 0,0 1 0,1-1 0,-1 0 0,0 1 0,-1-1 0,1 0 0,0 0 0,-1 0 0,1 0 0,-1 0 0,0 0 0,-2 3 0,-39 25 0,5-3 0,34-24 0,-1 0 0,0 0 0,1 0 0,-1 0 0,0-1 0,-8 3 0,10-4 0,0 0 0,1-1 0,-1 1 0,0 0 0,1 0 0,-1 0 0,1 1 0,0-1 0,-1 1 0,1-1 0,0 1 0,0 0 0,0 0 0,0 0 0,0 0 0,0 0 0,1 0 0,-1 0 0,1 1 0,-1-1 0,1 1 0,0-1 0,0 1 0,0-1 0,0 1 0,0 3 0,0 15 0,1-17 0,0 1 0,-1-1 0,1 0 0,-1 1 0,0-1 0,0 0 0,-3 8 0,3-10 0,-1 0 0,1 0 0,-1 0 0,1-1 0,-1 1 0,0-1 0,1 1 0,-1-1 0,0 0 0,0 0 0,0 1 0,0-1 0,0-1 0,0 1 0,-1 0 0,1 0 0,0-1 0,0 1 0,-4-1 0,-54 8 0,0-3 0,-69-2 0,124-4 0,0 1 0,0-1 0,0-1 0,0 1 0,1-1 0,-1 1 0,-7-5 0,-25-7 0,18 9 0,15 3 0,1 0 0,-1 0 0,0 0 0,1 1 0,-1 0 0,0 0 0,0 0 0,0 0 0,-4 1 0,6 0 0,0 0 0,0 0 0,0 1 0,0-1 0,0 0 0,0 1 0,1-1 0,-1 1 0,1 0 0,-1 0 0,1-1 0,0 1 0,-1 0 0,1 0 0,0 0 0,0 0 0,0 1 0,1-1 0,-2 2 0,2-2 0,0-1 0,-1 1 0,1-1 0,-1 1 0,1-1 0,-1 1 0,0-1 0,0 0 0,0 1 0,0-1 0,0 0 0,0 0 0,0 0 0,0 0 0,0 0 0,0 0 0,-1 0 0,1 0 0,0 0 0,-1-1 0,1 1 0,-1 0 0,1-1 0,0 1 0,-1-1 0,1 0 0,-1 1 0,0-1 0,1 0 0,-1 0 0,1 0 0,-1 0 0,1 0 0,-1 0 0,1-1 0,-1 1 0,1 0 0,-1-1 0,1 1 0,-1-1 0,1 0 0,-1 1 0,1-1 0,0 0 0,-1 0 0,1 0 0,0 0 0,-1-1 0,-7-5 0,1 0 0,-1 0 0,2-1 0,-1 0 0,-7-11 0,9 12 0,-1 0 0,0 0 0,0 1 0,-10-7 0,-21-20 0,18 18 0,19 15 0,0 0 0,1 0 0,-1 0 0,0 0 0,1 0 0,-1 0 0,1 0 0,-1 0 0,0 1 0,1-1 0,-1 0 0,0 0 0,1 0 0,-1 1 0,1-1 0,-1 0 0,1 1 0,-1-1 0,1 0 0,-1 1 0,1-1 0,-2 2 0,-1 2 0,1 1 0,-1-1 0,1 1 0,0 0 0,0 0 0,-2 9 0,-11 23 0,13-35 0,1 1 0,-1-1 0,0 0 0,0 0 0,0 0 0,0-1 0,0 1 0,0 0 0,0-1 0,-1 1 0,1-1 0,0 0 0,-1 0 0,1 0 0,-1 0 0,0 0 0,1-1 0,-1 1 0,0-1 0,1 1 0,-1-1 0,0 0 0,1 0 0,-4-1 0,-2 0 0,1 0 0,-1-1 0,1 0 0,-1 0 0,1 0 0,0-1 0,-8-5 0,12 7 0,0 0 0,0 0 0,0 1 0,0-1 0,0 1 0,-1 0 0,1 0 0,0 0 0,0 0 0,0 0 0,0 1 0,0-1 0,0 1 0,0 0 0,0 0 0,0 0 0,0 0 0,1 0 0,-1 1 0,0 0 0,1-1 0,-1 1 0,1 0 0,-1 0 0,1 0 0,-3 4 0,0-2 0,1 1 0,0 0 0,-1 0 0,2 0 0,-1 0 0,1 0 0,-1 1 0,2 0 0,-1-1 0,0 1 0,1 0 0,-1 7 0,2-10 0,1 2 0,0 0 0,0 0 0,-1 0 0,1 0 0,-1-1 0,-1 1 0,1 0 0,-1 0 0,1-1 0,-1 1 0,-1-1 0,1 0 0,-1 1 0,1-1 0,-1 0 0,-1-1 0,1 1 0,0 0 0,-1-1 0,-6 5 0,2-2 0,-1-1 0,1-1 0,-1 0 0,0 0 0,0 0 0,0-1 0,0-1 0,-1 1 0,1-2 0,-1 1 0,1-1 0,-1-1 0,0 0 0,1 0 0,-1-1 0,0 0 0,1 0 0,-1-1 0,-11-4 0,17 4 0,0-1 0,0 1 0,1-1 0,-1 0 0,1 0 0,0 0 0,-5-5 0,6 6 0,1-1 0,-1 1 0,0 0 0,0 1 0,0-1 0,-1 0 0,1 0 0,0 1 0,-1 0 0,-3-3 0,4 5 0,1-1 0,0 0 0,0 0 0,0 1 0,-1-1 0,1 1 0,0-1 0,0 1 0,0-1 0,0 1 0,0 0 0,0 0 0,0-1 0,0 1 0,0 0 0,0 0 0,0 0 0,1 0 0,-1 0 0,0 0 0,1 0 0,-1 0 0,1 1 0,-1-1 0,1 0 0,-1 0 0,1 0 0,0 0 0,-1 3 0,-1 3 0,0 0 0,-1-1 0,0 1 0,-1-1 0,1 0 0,-1 0 0,-1 0 0,1 0 0,-1-1 0,0 0 0,0 0 0,0 0 0,-1 0 0,1-1 0,-1 0 0,0 0 0,-11 4 0,-75 27 0,91-35-28,1 0 1,0 0-1,-1 0 0,1 0 0,0 0 0,-1 0 0,1 0 0,0 0 0,-1 1 1,1-1-1,0 0 0,-1 0 0,1 0 0,0 1 0,0-1 0,-1 0 1,1 0-1,0 1 0,0-1 0,-1 0 0,1 0 0,0 1 0,0-1 1,0 0-1,0 1 0,-1-1 0,1 0 0,0 1 0,0-1 0,0 0 1,0 1-1,0-1 0,0 0 0,0 1 0,0-1 0,0 0 0,0 1 0,0-1 1,0 0-1,0 1 0,0-1 0,0 1 0,0-1 0,1 0 0,-1 0 1,0 1-1,0-1 0,1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47.2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48.9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49.8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24575,'3'0'0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50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51.6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8:54.689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8:56.076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3 0 24575,'-2'0'0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8:56.718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1 0 24575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8:57.434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8:59.132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0 0 24575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31.6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6522 0 24564,'-6522'728'0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36.7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1860 1 24575,'-184'1'0,"-233"31"0,359-27 0,-116-4 0,-15 0 0,187-1 0,-230 12 0,90-4 0,56-1 0,-12 5 0,69-6 0,-1-2 0,-36 0 0,50-3 33,0 0 1,0 1-1,-24 7 0,-25 3-1531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40.6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2990 0 24518,'-2990'67'0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5:48.2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 0 24575,'0'13'0,"0"29"0,-1 1 0,-9 48 0,5-45 0,5-37 0,0 0 0,-1 0 0,0 0 0,-1 0 0,0 0 0,-7 17 0,-9 21-1365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41:16.9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1 955 24575,'636'0'0,"-623"-1"0,0 0 0,0-1 0,-1-1 0,0 0 0,24-9 0,38-9 0,-4 11 0,110 0 0,-150 10 0,25-1 0,0 2 0,-1 3 0,1 2 0,63 16 0,119 41 0,-193-52 0,0-3 0,63 5 0,-82-12 0,0-2 0,0 0 0,0-1 0,0-2 0,47-12 0,152-38 0,-162 41 0,61-18 0,-77 17 0,1 3 0,0 2 0,79-6 0,74 5 0,66-1 0,-147 13 0,-43 1 0,141-12 0,-7-38 0,-151 31 0,-37 10 0,-1-1 0,0-2 0,0 0 0,-1-1 0,0 0 0,20-16 0,101-88 0,-114 90 0,-13 15 0,-1 0 0,2 1 0,-1 0 0,1 2 0,0-1 0,1 2 0,-1 0 0,27-5 0,45-16 0,-77 23 0,41-18 0,1 2 0,85-18 0,-45 20 0,89-29 0,-159 37 0,-1-1 0,0-1 0,-1 0 0,0-2 0,0 0 0,26-25 0,-11 10 0,-20 19 0,1 1 0,0 0 0,0 1 0,0 1 0,1 1 0,0 0 0,0 1 0,0 1 0,22-2 0,47-11 0,72-11 0,-24 5 0,-97 15 0,-21 4 0,-1 0 0,1-1 0,-1 0 0,15-7 0,-16 6 0,0 1 0,1 0 0,0 2 0,-1 0 0,1 0 0,0 1 0,30 3 0,-45-2 0,5 0 83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41:18.5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0 104 24575,'1'1'0,"-1"0"0,1 0 0,-1 0 0,1 0 0,-1 0 0,1 0 0,0-1 0,-1 1 0,1 0 0,0 0 0,0 0 0,0-1 0,0 1 0,0 0 0,-1-1 0,1 1 0,0-1 0,0 1 0,1-1 0,1 1 0,27 9 0,-24-8 0,6 1 0,1 1 0,-1 0 0,0 1 0,0 1 0,0 0 0,-1 0 0,20 16 0,-26-19 0,0 0 0,0 0 0,0-1 0,0 0 0,1 0 0,-1 0 0,1 0 0,-1-1 0,1 0 0,0 0 0,-1-1 0,1 1 0,0-1 0,-1-1 0,1 1 0,0-1 0,-1 0 0,1 0 0,0 0 0,-1-1 0,6-2 0,15-6 0,0-1 0,45-26 0,-68 35 0,37-20 0,78-49 0,-107 65-170,-1-1-1,2 1 0,-1 1 1,0 0-1,1 0 0,0 1 1,24-5-1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47.2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48.9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49.8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24575,'3'0'0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50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37:51.6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40:40.247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5759 1 24575,'-2'6'0,"1"1"0,-1-1 0,0 0 0,-1 0 0,1 0 0,-1 0 0,0 0 0,-1-1 0,1 1 0,-1-1 0,0 0 0,0 0 0,-1 0 0,-7 5 0,-20 28 0,29-34 0,0 1 0,-1 0 0,0-1 0,1 0 0,-2 0 0,1 0 0,0 0 0,-1-1 0,0 0 0,0 0 0,0 0 0,0 0 0,0-1 0,0 0 0,-1 0 0,-6 1 0,-4 0 0,1-2 0,-1 0 0,0 0 0,-22-3 0,22 0 0,0 2 0,0 0 0,-1 0 0,-27 6 0,40-5 0,1 0 0,0 0 0,-1 1 0,1-1 0,0 1 0,0 0 0,0 0 0,0 0 0,1 0 0,-1 0 0,0 1 0,1-1 0,-1 1 0,1 0 0,0 0 0,0 0 0,-2 4 0,-2 6 0,0 0 0,1 0 0,-4 17 0,-6 17 0,13-42 0,-1 0 0,1 0 0,-1 0 0,-1 0 0,1 0 0,-1-1 0,1 1 0,-1-1 0,0 0 0,-1 0 0,1 0 0,-1-1 0,0 1 0,0-1 0,0-1 0,-10 6 0,-8 4 0,9-2 0,-1 1 0,1 1 0,1 0 0,0 0 0,1 2 0,1-1 0,-14 21 0,-21 24 0,43-54 0,0-1 0,0 1 0,0 0 0,0 0 0,1 1 0,0-1 0,0 0 0,0 1 0,0-1 0,1 1 0,0 0 0,0-1 0,0 1 0,0 6 0,1 2 0,1 0 0,1 0 0,5 23 0,3 29 0,-10-63 0,0 0 0,0 0 0,0 0 0,0 0 0,0 0 0,0 0 0,-1-1 0,1 1 0,-1 0 0,1 0 0,-1 0 0,0 0 0,0-1 0,-1 4 0,1-4 0,0-1 0,1 1 0,-1-1 0,0 1 0,1-1 0,-1 0 0,0 1 0,1-1 0,-1 0 0,0 1 0,0-1 0,1 0 0,-1 0 0,0 1 0,0-1 0,0 0 0,0 0 0,1 0 0,-1 0 0,0 0 0,0 0 0,0-1 0,-1 1 0,-2-2 0,1 1 0,-1-1 0,0 0 0,1 0 0,-1 0 0,1 0 0,0-1 0,-1 0 0,1 1 0,1-1 0,-5-5 0,-3-6 0,0 0 0,2 0 0,-1 0 0,2-1 0,0 0 0,1-1 0,0 0 0,2 0 0,-5-25 0,4 29 0,0 1 0,-1-1 0,0 1 0,0 0 0,-1 0 0,-1 1 0,-11-13 0,19 23 0,-5-5 0,0 0 0,-1 0 0,1 1 0,-1 0 0,0 0 0,0 1 0,0 0 0,0 0 0,-1 0 0,-11-3 0,13 5 0,0 0 0,0-1 0,-1 0 0,1 0 0,1 0 0,-1-1 0,0 0 0,1 1 0,-1-2 0,1 1 0,0 0 0,0-1 0,0 0 0,0 0 0,1 0 0,-1 0 0,1-1 0,-4-7 0,-8-48 0,15 52 0,-2-1 0,1 1 0,-1 0 0,-1 0 0,1 0 0,-1 0 0,-1 0 0,1 1 0,-9-14 0,8 18 0,0-1 0,0 1 0,0 0 0,-1 0 0,1 1 0,-1-1 0,1 1 0,-1 0 0,0 0 0,0 0 0,0 1 0,0 0 0,-8-1 0,11 1 0,0 1 0,-1 0 0,1 0 0,0-1 0,0 1 0,0 1 0,0-1 0,0 0 0,0 0 0,0 1 0,0-1 0,0 1 0,0 0 0,0 0 0,0-1 0,1 1 0,-1 1 0,0-1 0,0 0 0,1 0 0,-1 0 0,1 1 0,-1-1 0,1 1 0,-1-1 0,1 1 0,0 0 0,0 0 0,0-1 0,0 1 0,0 0 0,0 0 0,1 0 0,-1 0 0,0 2 0,-1 40 0,2-33 0,0 0 0,0 0 0,-1 0 0,-1-1 0,-5 22 0,7-30 0,-1-1 0,0 1 0,1-1 0,-1 1 0,0-1 0,0 1 0,0-1 0,0 0 0,0 1 0,-1-1 0,1 0 0,0 0 0,-1 0 0,1 0 0,-1 0 0,1 0 0,-3 1 0,2-1 0,-1-1 0,0 1 0,1-1 0,-1 0 0,0 0 0,1 0 0,-1 0 0,1 0 0,-1-1 0,0 1 0,1-1 0,-1 0 0,1 1 0,-5-4 0,3 3 0,1-1 0,0 0 0,0 0 0,0 0 0,0 0 0,0 0 0,0-1 0,1 1 0,-1-1 0,1 0 0,0 0 0,0 0 0,0 0 0,0 0 0,-1-4 0,-20-58 0,21 54 0,-2 0 0,1 0 0,-1 0 0,-7-11 0,9 17 0,-1 1 0,0 0 0,0-1 0,0 1 0,0 0 0,-1 1 0,1-1 0,-1 1 0,0-1 0,-5-2 0,8 6 0,0-1 0,0 1 0,0 0 0,0-1 0,0 1 0,0 0 0,0 0 0,0 0 0,-1 0 0,1 0 0,0 0 0,0 0 0,0 0 0,0 0 0,0 0 0,0 1 0,-1-1 0,1 0 0,-1 2 0,-1-1 0,1 1 0,0-1 0,-1 1 0,1 0 0,0 0 0,0 0 0,0 1 0,0-1 0,1 0 0,-3 5 0,-5 5 0,2 1 0,-1 0 0,2 1 0,0-1 0,0 1 0,1 0 0,1 0 0,0 1 0,1 0 0,1-1 0,-1 20 0,2-25 0,0 0 0,-1 0 0,0 0 0,0 0 0,-1-1 0,0 1 0,0-1 0,-1 0 0,0 0 0,-1 0 0,0-1 0,-10 14 0,7-11 0,1 1 0,0 0 0,0 1 0,1-1 0,-6 20 0,3 17 0,9-43 0,-1 0 0,1 0 0,-1 0 0,0 0 0,0-1 0,-1 1 0,0 0 0,1 0 0,-1-1 0,-1 1 0,1-1 0,-1 0 0,0 1 0,0-1 0,0-1 0,0 1 0,-7 6 0,-24 15 0,24-18 0,0 0 0,1 1 0,-14 14 0,21-19 0,-1 0 0,1 1 0,-1 0 0,1 0 0,0-1 0,0 1 0,1 0 0,-1 0 0,1 1 0,0-1 0,0 0 0,0 0 0,0 9 0,2 20 0,8 59 0,-2-35 0,-7-50 0,1-1 0,-1 0 0,-1 1 0,0-1 0,1 0 0,-2 0 0,1 1 0,-1-1 0,0 0 0,0 0 0,-1-1 0,1 1 0,-1 0 0,-1-1 0,1 0 0,-1 0 0,0 0 0,0 0 0,0 0 0,-1-1 0,0 0 0,-6 5 0,6-5 0,1 1 0,-1-1 0,1 1 0,0 0 0,0 0 0,1 1 0,-1-1 0,1 1 0,1-1 0,-1 1 0,-3 12 0,3-2 0,0 0 0,1 1 0,0 19 0,1-3 0,0-31 0,1 1 0,0 0 0,-1 0 0,0-1 0,0 1 0,0 0 0,0-1 0,0 1 0,-1-1 0,1 0 0,-1 1 0,1-1 0,-1 0 0,0 0 0,0 0 0,0 0 0,0 0 0,0 0 0,0-1 0,0 1 0,-1-1 0,1 1 0,-1-1 0,1 0 0,-1 0 0,0 0 0,1 0 0,-1-1 0,-3 1 0,-10 2 0,-1 0 0,0-2 0,-30 0 0,11-1 0,31 1 0,-1 1 0,1-1 0,0 1 0,0 0 0,0 0 0,0 1 0,0-1 0,1 1 0,-1 0 0,1 0 0,0 1 0,-1 0 0,2-1 0,-1 1 0,0 0 0,1 1 0,0-1 0,0 1 0,-3 4 0,1-1 0,-1 0 0,-1 0 0,1-1 0,-1 0 0,-8 7 0,14-14 0,0 0 0,0 0 0,1 1 0,-1-1 0,0 0 0,0 1 0,1-1 0,-1 1 0,0-1 0,0 1 0,1-1 0,-1 1 0,1-1 0,-1 1 0,1 0 0,-1-1 0,1 1 0,-1 0 0,1 0 0,-1-1 0,1 1 0,0 0 0,-1 0 0,1 0 0,0-1 0,0 1 0,0 0 0,0 0 0,0 0 0,0 0 0,0-1 0,0 1 0,0 0 0,0 0 0,0 0 0,0 0 0,0-1 0,1 1 0,-1 0 0,0 0 0,1-1 0,-1 1 0,1 0 0,-1 0 0,1-1 0,-1 1 0,1 0 0,-1-1 0,2 2 0,9 15 0,-11-16 0,0 0 0,0 0 0,0-1 0,0 1 0,0 0 0,0 0 0,0-1 0,-1 1 0,1 0 0,0-1 0,0 1 0,-1 0 0,1 0 0,0-1 0,-1 1 0,1-1 0,-1 1 0,1 0 0,-1-1 0,1 1 0,-1-1 0,1 1 0,-1-1 0,1 1 0,-1-1 0,0 0 0,1 1 0,-1-1 0,1 0 0,-1 1 0,0-1 0,0 0 0,1 0 0,-1 0 0,0 0 0,1 1 0,-1-1 0,0 0 0,0 0 0,1 0 0,-3-1 0,-41 4 0,34-3 0,5 1 0,1-1 0,-1 1 0,0 0 0,1 0 0,-1 0 0,1 1 0,-1-1 0,1 1 0,0 0 0,0 1 0,0-1 0,0 1 0,0-1 0,0 1 0,1 0 0,-1 1 0,1-1 0,0 1 0,0-1 0,0 1 0,-3 6 0,2-2 0,0 1 0,1 0 0,0 0 0,0 0 0,1 0 0,0 0 0,1 0 0,0 1 0,0 16 0,1-18 0,-1 1 0,-1 0 0,1-1 0,-2 1 0,1-1 0,-1 1 0,0-1 0,-1 0 0,0 0 0,0 0 0,-1-1 0,0 0 0,0 0 0,-7 7 0,-18 30 0,19-30 0,0-1 0,-1 1 0,-1-2 0,0 0 0,-1 0 0,0-1 0,-20 11 0,-11 10 0,40-28 0,1 1 0,-1-1 0,1 1 0,0 0 0,0 0 0,1 1 0,-4 5 0,6-8 0,-1 1 0,1-1 0,-1 0 0,0 0 0,0 0 0,0 0 0,-1-1 0,1 1 0,-1-1 0,1 1 0,-1-1 0,0 0 0,0 0 0,0 0 0,0 0 0,0 0 0,0-1 0,0 0 0,-1 1 0,1-1 0,-1 0 0,1-1 0,-6 2 0,-13-2 0,-1 0 0,1-2 0,0 0 0,-22-6 0,20 4 0,21 4 0,0 0 0,1 0 0,-1 0 0,0 1 0,0-1 0,1 1 0,-1-1 0,1 1 0,-1 0 0,0 0 0,1 0 0,-1 0 0,1 1 0,0-1 0,-1 1 0,1-1 0,0 1 0,0 0 0,0 0 0,0 0 0,-2 2 0,1-1 0,1 0 0,-1 0 0,0-1 0,-1 1 0,1-1 0,0 0 0,-1 0 0,1 0 0,-1 0 0,-7 2 0,2-3 0,1 0 0,0 0 0,-1-1 0,1 0 0,-1-1 0,1 0 0,0 0 0,0-1 0,-1 0 0,1 0 0,0-1 0,-14-7 0,-12-2 0,31 11 0,1 0 0,-1 1 0,0-1 0,0 1 0,0 0 0,1 0 0,-1 0 0,0 0 0,0 1 0,0-1 0,1 1 0,-1-1 0,0 1 0,1 0 0,-1 0 0,0 0 0,1 1 0,0-1 0,-3 2 0,-47 41 0,14-10 0,34-31 0,0 1 0,0-1 0,1 1 0,-1 0 0,1 0 0,0 0 0,0 0 0,1 1 0,-1-1 0,1 1 0,0 0 0,-2 6 0,4-8 0,-1 0 0,0-1 0,0 1 0,0 0 0,0 0 0,0 0 0,-1-1 0,1 1 0,-1-1 0,0 1 0,0-1 0,0 1 0,0-1 0,0 0 0,0 0 0,0 0 0,-1 0 0,1-1 0,-1 1 0,1-1 0,-1 1 0,0-1 0,0 0 0,1 0 0,-1 0 0,0 0 0,0-1 0,0 1 0,0-1 0,0 0 0,0 1 0,0-1 0,-3-1 0,1 1 0,1-1 0,-1 0 0,1 0 0,-1 0 0,1-1 0,-1 1 0,1-1 0,0 0 0,0-1 0,0 1 0,0-1 0,0 1 0,1-1 0,-5-4 0,-44-55 0,16 16 0,32 42 0,-5-6 0,-1 0 0,0 1 0,-21-16 0,25 22 0,1 1 0,-1-1 0,0 1 0,0 0 0,0 0 0,0 0 0,0 1 0,0 0 0,0 0 0,-1 1 0,-6 0 0,-70-9 0,63 6 0,0 0 0,-28 0 0,45 4 0,0-1 0,0 0 0,0 1 0,0-1 0,0 1 0,0 0 0,1 0 0,-1 0 0,0 1 0,0-1 0,1 0 0,-1 1 0,0 0 0,1 0 0,-5 4 0,-24 38 0,30-40 0,-1-1 0,0 1 0,0 0 0,0-1 0,0 1 0,-1-1 0,1 0 0,-1 1 0,0-1 0,0-1 0,0 1 0,0 0 0,-1-1 0,1 1 0,-1-1 0,1 0 0,-1 0 0,0-1 0,0 1 0,0-1 0,-5 2 0,5-4 0,0 1 0,-1-1 0,1 0 0,0 0 0,0 0 0,0-1 0,0 1 0,0-1 0,-4-2 0,4 1 0,0 2 0,0-1 0,0 0 0,0 1 0,0 0 0,0-1 0,0 2 0,-6-2 0,8 2 0,1 1 0,-1-1 0,0 1 0,1-1 0,0 1 0,-1-1 0,1 1 0,-1 0 0,1 0 0,0 0 0,-1 0 0,1 0 0,0 0 0,0 0 0,0 0 0,0 0 0,0 0 0,0 1 0,0-1 0,0 0 0,0 1 0,1-1 0,-1 0 0,1 1 0,-1-1 0,1 1 0,-1-1 0,1 3 0,-8 24 0,2 0 0,1 1 0,2 0 0,-1 34 0,1-11 0,3-46 0,-1 0 0,0 1 0,0-1 0,0 0 0,-1 0 0,0-1 0,0 1 0,-1 0 0,1 0 0,-1-1 0,-1 0 0,1 0 0,-1 0 0,0 0 0,0 0 0,-9 8 0,-2-2 0,0-1 0,-1 0 0,0-1 0,-24 9 0,38-17 0,-1 1 0,0-1 0,1 1 0,-1 0 0,1 0 0,-1 0 0,1 0 0,0 1 0,0-1 0,0 1 0,0-1 0,0 1 0,1-1 0,-3 7 0,-15 44 0,7-16 0,10-28 0,-1 1 0,1-1 0,1 0 0,-1 1 0,2-1 0,-1 1 0,2 11 0,-1-12 0,1-1 0,-1 1 0,-1-1 0,0 1 0,0-1 0,-1 1 0,0-1 0,-3 10 0,-1-10 0,0 0 0,0 0 0,-1-1 0,0 0 0,0 0 0,-1-1 0,1 1 0,-2-2 0,1 1 0,-15 6 0,-19 15 0,41-27 0,1 1 0,-1 0 0,0-1 0,0 1 0,1-1 0,-1 1 0,0 0 0,1 0 0,-1-1 0,0 1 0,1 0 0,-1 0 0,1 0 0,-1 0 0,1-1 0,0 1 0,-1 0 0,1 0 0,0 0 0,0 0 0,0 0 0,0 0 0,-1 0 0,1 0 0,1 0 0,-1 0 0,0 0 0,0 0 0,0 0 0,1 1 0,18 25 0,-17-25 0,0 0 0,0 0 0,0 1 0,0-1 0,-1 1 0,1-1 0,-1 1 0,1 0 0,-1-1 0,1 5 0,-2-7 0,0 0 0,0 0 0,0 1 0,0-1 0,1 0 0,-1 0 0,0 0 0,0 1 0,0-1 0,0 0 0,0 0 0,0 1 0,0-1 0,0 0 0,0 0 0,0 0 0,-1 1 0,1-1 0,0 0 0,0 0 0,0 1 0,0-1 0,0 0 0,0 0 0,0 0 0,-1 0 0,1 1 0,0-1 0,0 0 0,0 0 0,0 0 0,0 0 0,-1 1 0,1-1 0,0 0 0,0 0 0,0 0 0,-1 0 0,1 0 0,0 0 0,0 0 0,-1 0 0,1 0 0,0 0 0,-1 0 0,-12-5 0,-11-14 0,19 13 0,1 1 0,-1-2 0,1 1 0,1 0 0,-1-1 0,1 0 0,0 1 0,1-1 0,-1-1 0,-1-9 0,3 11 0,0-1 0,-1 1 0,0 0 0,0 0 0,-1-1 0,0 2 0,0-1 0,0 0 0,-1 0 0,0 1 0,0 0 0,-8-8 0,-3 0 0,1-1 0,-22-27 0,25 27 0,-1 1 0,-1-1 0,-21-16 0,25 25 0,1 1 0,0 0 0,-1 0 0,1 1 0,-1 0 0,0 1 0,0 0 0,-1 0 0,1 1 0,0 0 0,-13 1 0,11-1 0,-1 0 0,0 0 0,0-1 0,1 0 0,-20-7 0,28 7 0,-1 0 0,1 0 0,0 0 0,0-1 0,0 1 0,0-1 0,1 0 0,-1 0 0,1 0 0,0 0 0,0 0 0,0-1 0,-3-5 0,-20-56 0,13 31 0,8 22 0,-2 1 0,1-1 0,-1 1 0,-1 1 0,0-1 0,-1 1 0,0 0 0,0 1 0,-1 0 0,0 0 0,-1 1 0,1 0 0,-2 0 0,1 1 0,-1 1 0,0 0 0,-1 0 0,1 1 0,-1 1 0,0 0 0,0 0 0,-18-2 0,-43-4 0,42 5 0,-55-2 0,-84 8-1365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35.640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37.043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37.889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38.691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39.835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40.559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1 1 24575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41.065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0 24575,'1'0'0,"1"2"0,0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41.631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0 24575,'0'2'0,"1"0"0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44.023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44.506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1 8 24575,'1'-2'0,"3"0"0,0-1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7:54:46.018"/>
    </inkml:context>
    <inkml:brush xml:id="br0">
      <inkml:brushProperty name="width" value="0.2" units="cm"/>
      <inkml:brushProperty name="height" value="0.2" units="cm"/>
      <inkml:brushProperty name="color" value="#17375E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8:13:1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0 928 24575,'2'-6'0,"0"1"0,0 0 0,0 0 0,1-1 0,0 1 0,0 1 0,0-1 0,0 0 0,1 1 0,8-8 0,-1-1 0,11-12 0,2 2 0,0 0 0,39-27 0,-29 24 0,42-43 0,-45 40 0,43-32 0,0 0 0,35-28 0,-73 62 0,-1-1 0,-2-2 0,53-59 0,59-86 0,-144 175 0,0-1 0,-1 0 0,1 0 0,0 0 0,0 0 0,0 1 0,-1-1 0,1 0 0,0-1 0,-1 1 0,1 0 0,-1 0 0,1 0 0,-1 0 0,0 0 0,0 0 0,1 0 0,-1-1 0,0 1 0,0 0 0,0 0 0,0 0 0,0-1 0,0 1 0,0 0 0,-1 0 0,1 0 0,0-1 0,-1 1 0,0-2 0,-1 2 0,-1-1 0,1 1 0,0 0 0,-1 0 0,1 0 0,-1 0 0,1 0 0,-1 0 0,1 1 0,-1-1 0,0 1 0,1-1 0,-6 1 0,-148-1 83,75 3-1531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8:13:15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24575,'-1'20'0,"-1"0"0,-1 0 0,-1-1 0,-7 26 0,-5 18 0,5 7-1365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8:13:1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24575,'8'9'0,"-2"1"0,1 0 0,-1 0 0,-1 1 0,0-1 0,0 1 0,3 15 0,10 20 0,91 226 0,-95-234 0,-5-17 0,2-1 0,0 0 0,23 30 0,15 28 0,-37-56-67,-7-15-119,-1 0 1,-1 0 0,1 1-1,-1-1 1,0 0-1,3 15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8:13:1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24575,'2'3'0,"3"2"0,3 5 0,3 3 0,1 2 0,-1 1 0,-1-3 0,1-2 0,1 1 0,0-3 0,0-2 0,3-1 0,2 0 0,-4 0 0,0-1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8:13:19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0 319 24575,'2'-1'0,"0"1"0,0-1 0,0 0 0,0 0 0,0 0 0,0 0 0,-1 0 0,1 0 0,0 0 0,-1-1 0,1 1 0,-1-1 0,1 1 0,-1-1 0,0 1 0,1-1 0,-1 0 0,0 0 0,1-2 0,22-45 0,-18 36 0,-1 1 0,-2 0 0,1-1 0,-1 1 0,-1-1 0,0 1 0,-1-1 0,-1 1 0,0-20 0,-1 12 0,2 0 0,4-24 0,-3 30-1365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3.svg"/><Relationship Id="rId7" Type="http://schemas.openxmlformats.org/officeDocument/2006/relationships/image" Target="../media/image1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17.svg"/><Relationship Id="rId4" Type="http://schemas.openxmlformats.org/officeDocument/2006/relationships/image" Target="../media/image18.png"/><Relationship Id="rId9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.svg"/><Relationship Id="rId7" Type="http://schemas.openxmlformats.org/officeDocument/2006/relationships/image" Target="../media/image1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svg"/><Relationship Id="rId7" Type="http://schemas.openxmlformats.org/officeDocument/2006/relationships/image" Target="../media/image3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.svg"/><Relationship Id="rId7" Type="http://schemas.openxmlformats.org/officeDocument/2006/relationships/image" Target="../media/image3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10" Type="http://schemas.openxmlformats.org/officeDocument/2006/relationships/image" Target="../media/image37.svg"/><Relationship Id="rId4" Type="http://schemas.openxmlformats.org/officeDocument/2006/relationships/image" Target="../media/image4.png"/><Relationship Id="rId9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4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4.png"/><Relationship Id="rId18" Type="http://schemas.openxmlformats.org/officeDocument/2006/relationships/image" Target="../media/image51.png"/><Relationship Id="rId26" Type="http://schemas.openxmlformats.org/officeDocument/2006/relationships/customXml" Target="../ink/ink12.xml"/><Relationship Id="rId3" Type="http://schemas.openxmlformats.org/officeDocument/2006/relationships/customXml" Target="../ink/ink1.xml"/><Relationship Id="rId21" Type="http://schemas.openxmlformats.org/officeDocument/2006/relationships/image" Target="../media/image52.png"/><Relationship Id="rId7" Type="http://schemas.openxmlformats.org/officeDocument/2006/relationships/customXml" Target="../ink/ink3.xml"/><Relationship Id="rId12" Type="http://schemas.openxmlformats.org/officeDocument/2006/relationships/image" Target="../media/image3.svg"/><Relationship Id="rId17" Type="http://schemas.openxmlformats.org/officeDocument/2006/relationships/customXml" Target="../ink/ink6.xml"/><Relationship Id="rId25" Type="http://schemas.openxmlformats.org/officeDocument/2006/relationships/image" Target="../media/image53.png"/><Relationship Id="rId2" Type="http://schemas.openxmlformats.org/officeDocument/2006/relationships/image" Target="../media/image45.png"/><Relationship Id="rId16" Type="http://schemas.openxmlformats.org/officeDocument/2006/relationships/image" Target="../media/image50.png"/><Relationship Id="rId20" Type="http://schemas.openxmlformats.org/officeDocument/2006/relationships/customXml" Target="../ink/ink8.xml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2.svg"/><Relationship Id="rId24" Type="http://schemas.openxmlformats.org/officeDocument/2006/relationships/customXml" Target="../ink/ink11.xml"/><Relationship Id="rId5" Type="http://schemas.openxmlformats.org/officeDocument/2006/relationships/customXml" Target="../ink/ink2.xml"/><Relationship Id="rId15" Type="http://schemas.openxmlformats.org/officeDocument/2006/relationships/customXml" Target="../ink/ink5.xml"/><Relationship Id="rId23" Type="http://schemas.openxmlformats.org/officeDocument/2006/relationships/customXml" Target="../ink/ink10.xml"/><Relationship Id="rId28" Type="http://schemas.openxmlformats.org/officeDocument/2006/relationships/customXml" Target="../ink/ink13.xml"/><Relationship Id="rId10" Type="http://schemas.openxmlformats.org/officeDocument/2006/relationships/image" Target="../media/image49.png"/><Relationship Id="rId19" Type="http://schemas.openxmlformats.org/officeDocument/2006/relationships/customXml" Target="../ink/ink7.xml"/><Relationship Id="rId4" Type="http://schemas.openxmlformats.org/officeDocument/2006/relationships/image" Target="../media/image46.png"/><Relationship Id="rId9" Type="http://schemas.openxmlformats.org/officeDocument/2006/relationships/customXml" Target="../ink/ink4.xml"/><Relationship Id="rId14" Type="http://schemas.openxmlformats.org/officeDocument/2006/relationships/image" Target="../media/image43.png"/><Relationship Id="rId22" Type="http://schemas.openxmlformats.org/officeDocument/2006/relationships/customXml" Target="../ink/ink9.xml"/><Relationship Id="rId27" Type="http://schemas.openxmlformats.org/officeDocument/2006/relationships/image" Target="../media/image54.png"/><Relationship Id="rId30" Type="http://schemas.openxmlformats.org/officeDocument/2006/relationships/customXml" Target="../ink/ink15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.xml"/><Relationship Id="rId18" Type="http://schemas.openxmlformats.org/officeDocument/2006/relationships/image" Target="../media/image43.png"/><Relationship Id="rId26" Type="http://schemas.openxmlformats.org/officeDocument/2006/relationships/customXml" Target="../ink/ink27.xml"/><Relationship Id="rId39" Type="http://schemas.openxmlformats.org/officeDocument/2006/relationships/customXml" Target="../ink/ink36.xml"/><Relationship Id="rId21" Type="http://schemas.openxmlformats.org/officeDocument/2006/relationships/customXml" Target="../ink/ink23.xml"/><Relationship Id="rId34" Type="http://schemas.openxmlformats.org/officeDocument/2006/relationships/customXml" Target="../ink/ink33.xml"/><Relationship Id="rId42" Type="http://schemas.openxmlformats.org/officeDocument/2006/relationships/customXml" Target="../ink/ink38.xml"/><Relationship Id="rId7" Type="http://schemas.openxmlformats.org/officeDocument/2006/relationships/customXml" Target="../ink/ink18.xml"/><Relationship Id="rId2" Type="http://schemas.openxmlformats.org/officeDocument/2006/relationships/image" Target="../media/image45.png"/><Relationship Id="rId16" Type="http://schemas.openxmlformats.org/officeDocument/2006/relationships/image" Target="../media/image3.svg"/><Relationship Id="rId20" Type="http://schemas.openxmlformats.org/officeDocument/2006/relationships/image" Target="../media/image51.png"/><Relationship Id="rId29" Type="http://schemas.openxmlformats.org/officeDocument/2006/relationships/image" Target="../media/image53.png"/><Relationship Id="rId41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customXml" Target="../ink/ink20.xml"/><Relationship Id="rId24" Type="http://schemas.openxmlformats.org/officeDocument/2006/relationships/customXml" Target="../ink/ink25.xml"/><Relationship Id="rId32" Type="http://schemas.openxmlformats.org/officeDocument/2006/relationships/customXml" Target="../ink/ink31.xml"/><Relationship Id="rId37" Type="http://schemas.openxmlformats.org/officeDocument/2006/relationships/customXml" Target="../ink/ink35.xml"/><Relationship Id="rId40" Type="http://schemas.openxmlformats.org/officeDocument/2006/relationships/customXml" Target="../ink/ink37.xml"/><Relationship Id="rId5" Type="http://schemas.openxmlformats.org/officeDocument/2006/relationships/customXml" Target="../ink/ink17.xml"/><Relationship Id="rId15" Type="http://schemas.openxmlformats.org/officeDocument/2006/relationships/image" Target="../media/image2.svg"/><Relationship Id="rId23" Type="http://schemas.openxmlformats.org/officeDocument/2006/relationships/image" Target="../media/image60.png"/><Relationship Id="rId28" Type="http://schemas.openxmlformats.org/officeDocument/2006/relationships/customXml" Target="../ink/ink28.xml"/><Relationship Id="rId36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customXml" Target="../ink/ink22.xml"/><Relationship Id="rId31" Type="http://schemas.openxmlformats.org/officeDocument/2006/relationships/customXml" Target="../ink/ink30.xml"/><Relationship Id="rId4" Type="http://schemas.openxmlformats.org/officeDocument/2006/relationships/image" Target="../media/image55.png"/><Relationship Id="rId9" Type="http://schemas.openxmlformats.org/officeDocument/2006/relationships/customXml" Target="../ink/ink19.xml"/><Relationship Id="rId14" Type="http://schemas.openxmlformats.org/officeDocument/2006/relationships/image" Target="../media/image59.png"/><Relationship Id="rId22" Type="http://schemas.openxmlformats.org/officeDocument/2006/relationships/customXml" Target="../ink/ink24.xml"/><Relationship Id="rId27" Type="http://schemas.openxmlformats.org/officeDocument/2006/relationships/image" Target="../media/image61.png"/><Relationship Id="rId30" Type="http://schemas.openxmlformats.org/officeDocument/2006/relationships/customXml" Target="../ink/ink29.xml"/><Relationship Id="rId35" Type="http://schemas.openxmlformats.org/officeDocument/2006/relationships/customXml" Target="../ink/ink34.xml"/><Relationship Id="rId8" Type="http://schemas.openxmlformats.org/officeDocument/2006/relationships/image" Target="../media/image48.png"/><Relationship Id="rId3" Type="http://schemas.openxmlformats.org/officeDocument/2006/relationships/customXml" Target="../ink/ink16.xml"/><Relationship Id="rId12" Type="http://schemas.openxmlformats.org/officeDocument/2006/relationships/image" Target="../media/image58.png"/><Relationship Id="rId17" Type="http://schemas.openxmlformats.org/officeDocument/2006/relationships/image" Target="../media/image4.png"/><Relationship Id="rId25" Type="http://schemas.openxmlformats.org/officeDocument/2006/relationships/customXml" Target="../ink/ink26.xml"/><Relationship Id="rId33" Type="http://schemas.openxmlformats.org/officeDocument/2006/relationships/customXml" Target="../ink/ink32.xml"/><Relationship Id="rId38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customXml" Target="../ink/ink42.xml"/><Relationship Id="rId3" Type="http://schemas.openxmlformats.org/officeDocument/2006/relationships/image" Target="../media/image2.svg"/><Relationship Id="rId7" Type="http://schemas.openxmlformats.org/officeDocument/2006/relationships/customXml" Target="../ink/ink39.xml"/><Relationship Id="rId12" Type="http://schemas.openxmlformats.org/officeDocument/2006/relationships/image" Target="../media/image67.png"/><Relationship Id="rId2" Type="http://schemas.openxmlformats.org/officeDocument/2006/relationships/image" Target="../media/image4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customXml" Target="../ink/ink41.xml"/><Relationship Id="rId5" Type="http://schemas.openxmlformats.org/officeDocument/2006/relationships/image" Target="../media/image4.png"/><Relationship Id="rId15" Type="http://schemas.openxmlformats.org/officeDocument/2006/relationships/customXml" Target="../ink/ink43.xml"/><Relationship Id="rId10" Type="http://schemas.openxmlformats.org/officeDocument/2006/relationships/image" Target="../media/image66.png"/><Relationship Id="rId4" Type="http://schemas.openxmlformats.org/officeDocument/2006/relationships/image" Target="../media/image3.svg"/><Relationship Id="rId9" Type="http://schemas.openxmlformats.org/officeDocument/2006/relationships/customXml" Target="../ink/ink40.xml"/><Relationship Id="rId1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9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6" b="-6666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5" name="Freeform 5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38075" y="3598642"/>
            <a:ext cx="3089717" cy="308971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0052" r="-20052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0472" y="2552404"/>
            <a:ext cx="9626577" cy="457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MACHINE LEARNING AND ARTIFICIAL INTELLIGENCE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64743" y="6181413"/>
            <a:ext cx="7754492" cy="54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4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AMIN KOMEILI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2954" y="4445732"/>
            <a:ext cx="8758068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BITCOIN PRICES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26055" y="0"/>
            <a:ext cx="8561945" cy="10287000"/>
            <a:chOff x="0" y="0"/>
            <a:chExt cx="11415927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5342" r="25342"/>
            <a:stretch>
              <a:fillRect/>
            </a:stretch>
          </p:blipFill>
          <p:spPr>
            <a:xfrm>
              <a:off x="0" y="0"/>
              <a:ext cx="11415927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Freeform 6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9" name="Group 9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30706" y="3130942"/>
            <a:ext cx="7244474" cy="84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0706" y="4457700"/>
            <a:ext cx="6007902" cy="356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Bitco</a:t>
            </a:r>
            <a:r>
              <a:rPr lang="en-US" sz="2499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prices rise and fall fast, making it tough for anyone to know what will happen next. 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endParaRPr lang="en-US" sz="2499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focuses on building a model that learns from old price data and gives a helpful guess about future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618136" y="4543713"/>
            <a:ext cx="8101436" cy="8101436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75315" y="1957448"/>
            <a:ext cx="1080030" cy="108003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9" name="Freeform 9"/>
          <p:cNvSpPr/>
          <p:nvPr/>
        </p:nvSpPr>
        <p:spPr>
          <a:xfrm>
            <a:off x="9710864" y="5726895"/>
            <a:ext cx="1570638" cy="1570638"/>
          </a:xfrm>
          <a:custGeom>
            <a:avLst/>
            <a:gdLst/>
            <a:ahLst/>
            <a:cxnLst/>
            <a:rect l="l" t="t" r="r" b="b"/>
            <a:pathLst>
              <a:path w="1570638" h="1570638">
                <a:moveTo>
                  <a:pt x="0" y="0"/>
                </a:moveTo>
                <a:lnTo>
                  <a:pt x="1570639" y="0"/>
                </a:lnTo>
                <a:lnTo>
                  <a:pt x="1570639" y="1570639"/>
                </a:lnTo>
                <a:lnTo>
                  <a:pt x="0" y="1570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115330" y="1528305"/>
            <a:ext cx="5058124" cy="1961599"/>
          </a:xfrm>
          <a:custGeom>
            <a:avLst/>
            <a:gdLst/>
            <a:ahLst/>
            <a:cxnLst/>
            <a:rect l="l" t="t" r="r" b="b"/>
            <a:pathLst>
              <a:path w="5058124" h="1961599">
                <a:moveTo>
                  <a:pt x="0" y="0"/>
                </a:moveTo>
                <a:lnTo>
                  <a:pt x="5058124" y="0"/>
                </a:lnTo>
                <a:lnTo>
                  <a:pt x="5058124" y="1961599"/>
                </a:lnTo>
                <a:lnTo>
                  <a:pt x="0" y="1961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AutoShape 16"/>
          <p:cNvSpPr/>
          <p:nvPr/>
        </p:nvSpPr>
        <p:spPr>
          <a:xfrm>
            <a:off x="11501861" y="6531265"/>
            <a:ext cx="362958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17" name="Freeform 17"/>
          <p:cNvSpPr/>
          <p:nvPr/>
        </p:nvSpPr>
        <p:spPr>
          <a:xfrm>
            <a:off x="-880634" y="906079"/>
            <a:ext cx="9198649" cy="8285084"/>
          </a:xfrm>
          <a:custGeom>
            <a:avLst/>
            <a:gdLst/>
            <a:ahLst/>
            <a:cxnLst/>
            <a:rect l="l" t="t" r="r" b="b"/>
            <a:pathLst>
              <a:path w="9198649" h="8285084">
                <a:moveTo>
                  <a:pt x="0" y="0"/>
                </a:moveTo>
                <a:lnTo>
                  <a:pt x="9198649" y="0"/>
                </a:lnTo>
                <a:lnTo>
                  <a:pt x="9198649" y="8285084"/>
                </a:lnTo>
                <a:lnTo>
                  <a:pt x="0" y="8285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Freeform 18"/>
          <p:cNvSpPr/>
          <p:nvPr/>
        </p:nvSpPr>
        <p:spPr>
          <a:xfrm>
            <a:off x="2286000" y="8510213"/>
            <a:ext cx="579047" cy="579047"/>
          </a:xfrm>
          <a:custGeom>
            <a:avLst/>
            <a:gdLst/>
            <a:ahLst/>
            <a:cxnLst/>
            <a:rect l="l" t="t" r="r" b="b"/>
            <a:pathLst>
              <a:path w="579047" h="579047">
                <a:moveTo>
                  <a:pt x="0" y="0"/>
                </a:moveTo>
                <a:lnTo>
                  <a:pt x="579048" y="0"/>
                </a:lnTo>
                <a:lnTo>
                  <a:pt x="579048" y="579047"/>
                </a:lnTo>
                <a:lnTo>
                  <a:pt x="0" y="5790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9" name="TextBox 19"/>
          <p:cNvSpPr txBox="1"/>
          <p:nvPr/>
        </p:nvSpPr>
        <p:spPr>
          <a:xfrm>
            <a:off x="9710864" y="3737554"/>
            <a:ext cx="7346345" cy="202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124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Two Sigma: Using News to Predict Stock Movements</a:t>
            </a:r>
          </a:p>
          <a:p>
            <a:pPr algn="l">
              <a:lnSpc>
                <a:spcPts val="5279"/>
              </a:lnSpc>
            </a:pPr>
            <a:endParaRPr lang="en-US" sz="4124" b="1" i="1">
              <a:solidFill>
                <a:srgbClr val="FFFFFF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447384" y="8499181"/>
            <a:ext cx="4442939" cy="106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</a:pPr>
            <a:r>
              <a:rPr lang="en-US" sz="3083" b="1" dirty="0">
                <a:solidFill>
                  <a:srgbClr val="000002"/>
                </a:solidFill>
                <a:latin typeface="Poppins Bold"/>
                <a:ea typeface="Poppins Bold"/>
                <a:cs typeface="Poppins Bold"/>
                <a:sym typeface="Poppins Bold"/>
              </a:rPr>
              <a:t>A </a:t>
            </a:r>
            <a:r>
              <a:rPr lang="en-US" sz="3083" b="1" dirty="0" err="1">
                <a:solidFill>
                  <a:srgbClr val="000002"/>
                </a:solidFill>
                <a:latin typeface="Poppins Bold"/>
                <a:ea typeface="Poppins Bold"/>
                <a:cs typeface="Poppins Bold"/>
                <a:sym typeface="Poppins Bold"/>
              </a:rPr>
              <a:t>ndrew</a:t>
            </a:r>
            <a:r>
              <a:rPr lang="en-US" sz="3083" b="1" dirty="0">
                <a:solidFill>
                  <a:srgbClr val="000002"/>
                </a:solidFill>
                <a:latin typeface="Poppins Bold"/>
                <a:ea typeface="Poppins Bold"/>
                <a:cs typeface="Poppins Bold"/>
                <a:sym typeface="Poppins Bold"/>
              </a:rPr>
              <a:t> Lukyanenko</a:t>
            </a:r>
          </a:p>
          <a:p>
            <a:pPr algn="l">
              <a:lnSpc>
                <a:spcPts val="4036"/>
              </a:lnSpc>
              <a:spcBef>
                <a:spcPct val="0"/>
              </a:spcBef>
            </a:pPr>
            <a:endParaRPr lang="en-US" sz="3083" b="1" dirty="0">
              <a:solidFill>
                <a:srgbClr val="00000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281503" y="5910655"/>
            <a:ext cx="4706769" cy="41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0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Sep 2018                      Aug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711037" y="1702697"/>
            <a:ext cx="6872148" cy="8419349"/>
          </a:xfrm>
          <a:custGeom>
            <a:avLst/>
            <a:gdLst/>
            <a:ahLst/>
            <a:cxnLst/>
            <a:rect l="l" t="t" r="r" b="b"/>
            <a:pathLst>
              <a:path w="6872148" h="8419349">
                <a:moveTo>
                  <a:pt x="0" y="0"/>
                </a:moveTo>
                <a:lnTo>
                  <a:pt x="6872148" y="0"/>
                </a:lnTo>
                <a:lnTo>
                  <a:pt x="6872148" y="8419348"/>
                </a:lnTo>
                <a:lnTo>
                  <a:pt x="0" y="8419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4094390" y="578418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LIBRARIES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graphicFrame>
        <p:nvGraphicFramePr>
          <p:cNvPr id="10" name="Object 10"/>
          <p:cNvGraphicFramePr/>
          <p:nvPr>
            <p:extLst>
              <p:ext uri="{D42A27DB-BD31-4B8C-83A1-F6EECF244321}">
                <p14:modId xmlns:p14="http://schemas.microsoft.com/office/powerpoint/2010/main" val="27121898"/>
              </p:ext>
            </p:extLst>
          </p:nvPr>
        </p:nvGraphicFramePr>
        <p:xfrm>
          <a:off x="628677" y="2476500"/>
          <a:ext cx="8472488" cy="4917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0160000" imgH="6604000" progId="Excel.Sheet.12">
                  <p:embed/>
                </p:oleObj>
              </mc:Choice>
              <mc:Fallback>
                <p:oleObj name="Worksheet" r:id="rId4" imgW="10160000" imgH="6604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77" y="2476500"/>
                        <a:ext cx="8472488" cy="49177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>
            <p:extLst>
              <p:ext uri="{D42A27DB-BD31-4B8C-83A1-F6EECF244321}">
                <p14:modId xmlns:p14="http://schemas.microsoft.com/office/powerpoint/2010/main" val="1373502172"/>
              </p:ext>
            </p:extLst>
          </p:nvPr>
        </p:nvGraphicFramePr>
        <p:xfrm>
          <a:off x="838200" y="5054475"/>
          <a:ext cx="6001506" cy="2551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781800" imgH="3644900" progId="Excel.Sheet.12">
                  <p:embed/>
                </p:oleObj>
              </mc:Choice>
              <mc:Fallback>
                <p:oleObj name="Worksheet" r:id="rId6" imgW="6781800" imgH="3644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8200" y="5054475"/>
                        <a:ext cx="6001506" cy="2551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9710864" y="3804229"/>
            <a:ext cx="7346345" cy="2600507"/>
            <a:chOff x="0" y="0"/>
            <a:chExt cx="9795126" cy="3467343"/>
          </a:xfrm>
        </p:grpSpPr>
        <p:sp>
          <p:nvSpPr>
            <p:cNvPr id="13" name="Freeform 13"/>
            <p:cNvSpPr/>
            <p:nvPr/>
          </p:nvSpPr>
          <p:spPr>
            <a:xfrm>
              <a:off x="0" y="947793"/>
              <a:ext cx="785878" cy="785878"/>
            </a:xfrm>
            <a:custGeom>
              <a:avLst/>
              <a:gdLst/>
              <a:ahLst/>
              <a:cxnLst/>
              <a:rect l="l" t="t" r="r" b="b"/>
              <a:pathLst>
                <a:path w="785878" h="785878">
                  <a:moveTo>
                    <a:pt x="0" y="0"/>
                  </a:moveTo>
                  <a:lnTo>
                    <a:pt x="785878" y="0"/>
                  </a:lnTo>
                  <a:lnTo>
                    <a:pt x="785878" y="785878"/>
                  </a:lnTo>
                  <a:lnTo>
                    <a:pt x="0" y="78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9795126" cy="3600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72"/>
                </a:lnSpc>
              </a:pPr>
              <a:r>
                <a:rPr lang="en-US" sz="3624" b="1" i="1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currency     #1515</a:t>
              </a:r>
            </a:p>
            <a:p>
              <a:pPr algn="l">
                <a:lnSpc>
                  <a:spcPts val="5472"/>
                </a:lnSpc>
              </a:pPr>
              <a:r>
                <a:rPr lang="en-US" sz="3624" b="1" i="1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                          #1733 </a:t>
              </a:r>
            </a:p>
            <a:p>
              <a:pPr algn="l">
                <a:lnSpc>
                  <a:spcPts val="5472"/>
                </a:lnSpc>
              </a:pPr>
              <a:r>
                <a:rPr lang="en-US" sz="3624" b="1" i="1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data size     #657317</a:t>
              </a:r>
            </a:p>
            <a:p>
              <a:pPr algn="l">
                <a:lnSpc>
                  <a:spcPts val="5472"/>
                </a:lnSpc>
              </a:pPr>
              <a:endParaRPr lang="en-US" sz="3624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388404" y="6722603"/>
            <a:ext cx="431868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9710864" y="6119889"/>
            <a:ext cx="6182823" cy="583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7"/>
              </a:lnSpc>
            </a:pPr>
            <a:r>
              <a:rPr lang="en-US" sz="3490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Jul.2013                      Feb. 2018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10864" y="2189287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2333472" y="1761791"/>
            <a:ext cx="12937879" cy="5561119"/>
          </a:xfrm>
          <a:custGeom>
            <a:avLst/>
            <a:gdLst/>
            <a:ahLst/>
            <a:cxnLst/>
            <a:rect l="l" t="t" r="r" b="b"/>
            <a:pathLst>
              <a:path w="12937879" h="5561119">
                <a:moveTo>
                  <a:pt x="0" y="0"/>
                </a:moveTo>
                <a:lnTo>
                  <a:pt x="12937880" y="0"/>
                </a:lnTo>
                <a:lnTo>
                  <a:pt x="12937880" y="5561119"/>
                </a:lnTo>
                <a:lnTo>
                  <a:pt x="0" y="5561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3" t="-28603" r="-3915" b="-20027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2" name="Group 12"/>
          <p:cNvGrpSpPr/>
          <p:nvPr/>
        </p:nvGrpSpPr>
        <p:grpSpPr>
          <a:xfrm>
            <a:off x="2333472" y="7667935"/>
            <a:ext cx="9551625" cy="1080030"/>
            <a:chOff x="0" y="0"/>
            <a:chExt cx="12735500" cy="144004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440040" cy="1440040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14761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240730" y="260517"/>
              <a:ext cx="958579" cy="817407"/>
            </a:xfrm>
            <a:custGeom>
              <a:avLst/>
              <a:gdLst/>
              <a:ahLst/>
              <a:cxnLst/>
              <a:rect l="l" t="t" r="r" b="b"/>
              <a:pathLst>
                <a:path w="958579" h="817407">
                  <a:moveTo>
                    <a:pt x="0" y="0"/>
                  </a:moveTo>
                  <a:lnTo>
                    <a:pt x="958580" y="0"/>
                  </a:lnTo>
                  <a:lnTo>
                    <a:pt x="958580" y="817406"/>
                  </a:lnTo>
                  <a:lnTo>
                    <a:pt x="0" y="81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4952" y="-26105"/>
              <a:ext cx="11080548" cy="1406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Currency value &gt;  $1M    (n=3)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Currency value &lt;  $0.01  (n=353)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55205" y="541277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09017" y="7544110"/>
            <a:ext cx="4750213" cy="114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6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currency     #1515 → 1512</a:t>
            </a:r>
          </a:p>
          <a:p>
            <a:pPr algn="l">
              <a:lnSpc>
                <a:spcPts val="4566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currency     #1512 → 1159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084123" y="7552211"/>
            <a:ext cx="1051537" cy="807385"/>
            <a:chOff x="0" y="0"/>
            <a:chExt cx="1402049" cy="1076513"/>
          </a:xfrm>
        </p:grpSpPr>
        <p:sp>
          <p:nvSpPr>
            <p:cNvPr id="20" name="Freeform 20"/>
            <p:cNvSpPr/>
            <p:nvPr/>
          </p:nvSpPr>
          <p:spPr>
            <a:xfrm rot="-2382993">
              <a:off x="-101015" y="438195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6"/>
                  </a:lnTo>
                  <a:lnTo>
                    <a:pt x="0" y="20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21"/>
            <p:cNvSpPr/>
            <p:nvPr/>
          </p:nvSpPr>
          <p:spPr>
            <a:xfrm rot="-8407889">
              <a:off x="67427" y="436903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7"/>
                  </a:lnTo>
                  <a:lnTo>
                    <a:pt x="0" y="202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084123" y="8179900"/>
            <a:ext cx="1051537" cy="807385"/>
            <a:chOff x="0" y="0"/>
            <a:chExt cx="1402049" cy="1076513"/>
          </a:xfrm>
        </p:grpSpPr>
        <p:sp>
          <p:nvSpPr>
            <p:cNvPr id="23" name="Freeform 23"/>
            <p:cNvSpPr/>
            <p:nvPr/>
          </p:nvSpPr>
          <p:spPr>
            <a:xfrm rot="-2382993">
              <a:off x="-101015" y="438195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6"/>
                  </a:lnTo>
                  <a:lnTo>
                    <a:pt x="0" y="20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24"/>
            <p:cNvSpPr/>
            <p:nvPr/>
          </p:nvSpPr>
          <p:spPr>
            <a:xfrm rot="-8407889">
              <a:off x="67427" y="436903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7"/>
                  </a:lnTo>
                  <a:lnTo>
                    <a:pt x="0" y="202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028700" y="1559822"/>
            <a:ext cx="13981381" cy="4245118"/>
            <a:chOff x="0" y="0"/>
            <a:chExt cx="18641842" cy="5660157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4030" t="18601" r="9785" b="37727"/>
            <a:stretch>
              <a:fillRect/>
            </a:stretch>
          </p:blipFill>
          <p:spPr>
            <a:xfrm>
              <a:off x="0" y="0"/>
              <a:ext cx="18641842" cy="5660157"/>
            </a:xfrm>
            <a:prstGeom prst="rect">
              <a:avLst/>
            </a:prstGeom>
          </p:spPr>
        </p:pic>
      </p:grpSp>
      <p:sp>
        <p:nvSpPr>
          <p:cNvPr id="8" name="Freeform 8"/>
          <p:cNvSpPr/>
          <p:nvPr/>
        </p:nvSpPr>
        <p:spPr>
          <a:xfrm>
            <a:off x="15194205" y="1559822"/>
            <a:ext cx="2132628" cy="4245118"/>
          </a:xfrm>
          <a:custGeom>
            <a:avLst/>
            <a:gdLst/>
            <a:ahLst/>
            <a:cxnLst/>
            <a:rect l="l" t="t" r="r" b="b"/>
            <a:pathLst>
              <a:path w="2132628" h="4245118">
                <a:moveTo>
                  <a:pt x="0" y="0"/>
                </a:moveTo>
                <a:lnTo>
                  <a:pt x="2132628" y="0"/>
                </a:lnTo>
                <a:lnTo>
                  <a:pt x="2132628" y="4245117"/>
                </a:lnTo>
                <a:lnTo>
                  <a:pt x="0" y="4245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7219" t="-34606" b="-27107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9" name="Group 9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466593"/>
            <a:ext cx="1080030" cy="1080030"/>
            <a:chOff x="0" y="0"/>
            <a:chExt cx="1440040" cy="144004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440040" cy="1440040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14761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40730" y="260517"/>
              <a:ext cx="958579" cy="817407"/>
            </a:xfrm>
            <a:custGeom>
              <a:avLst/>
              <a:gdLst/>
              <a:ahLst/>
              <a:cxnLst/>
              <a:rect l="l" t="t" r="r" b="b"/>
              <a:pathLst>
                <a:path w="958579" h="817407">
                  <a:moveTo>
                    <a:pt x="0" y="0"/>
                  </a:moveTo>
                  <a:lnTo>
                    <a:pt x="958580" y="0"/>
                  </a:lnTo>
                  <a:lnTo>
                    <a:pt x="958580" y="817406"/>
                  </a:lnTo>
                  <a:lnTo>
                    <a:pt x="0" y="81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747599" y="9058157"/>
            <a:ext cx="3590986" cy="45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24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currency  #1159</a:t>
            </a:r>
          </a:p>
        </p:txBody>
      </p:sp>
      <p:sp>
        <p:nvSpPr>
          <p:cNvPr id="19" name="AutoShape 19"/>
          <p:cNvSpPr/>
          <p:nvPr/>
        </p:nvSpPr>
        <p:spPr>
          <a:xfrm>
            <a:off x="2427492" y="8681610"/>
            <a:ext cx="62311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20" name="AutoShape 20"/>
          <p:cNvSpPr/>
          <p:nvPr/>
        </p:nvSpPr>
        <p:spPr>
          <a:xfrm>
            <a:off x="10607975" y="8734345"/>
            <a:ext cx="6425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21" name="Freeform 21"/>
          <p:cNvSpPr/>
          <p:nvPr/>
        </p:nvSpPr>
        <p:spPr>
          <a:xfrm>
            <a:off x="12608281" y="8306861"/>
            <a:ext cx="4449465" cy="678101"/>
          </a:xfrm>
          <a:custGeom>
            <a:avLst/>
            <a:gdLst/>
            <a:ahLst/>
            <a:cxnLst/>
            <a:rect l="l" t="t" r="r" b="b"/>
            <a:pathLst>
              <a:path w="4449465" h="678101">
                <a:moveTo>
                  <a:pt x="0" y="0"/>
                </a:moveTo>
                <a:lnTo>
                  <a:pt x="4449465" y="0"/>
                </a:lnTo>
                <a:lnTo>
                  <a:pt x="4449465" y="678101"/>
                </a:lnTo>
                <a:lnTo>
                  <a:pt x="0" y="678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94" b="-184491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2" name="TextBox 22"/>
          <p:cNvSpPr txBox="1"/>
          <p:nvPr/>
        </p:nvSpPr>
        <p:spPr>
          <a:xfrm>
            <a:off x="2269914" y="6692283"/>
            <a:ext cx="831041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Some currencies emerged recently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55205" y="541277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27492" y="8268761"/>
            <a:ext cx="6231199" cy="41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Jul.2013                                           Feb. 2018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07975" y="8311971"/>
            <a:ext cx="6425754" cy="43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5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Jul.2013                                           Feb. 2018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456614" y="7935909"/>
            <a:ext cx="2151074" cy="1615261"/>
          </a:xfrm>
          <a:custGeom>
            <a:avLst/>
            <a:gdLst/>
            <a:ahLst/>
            <a:cxnLst/>
            <a:rect l="l" t="t" r="r" b="b"/>
            <a:pathLst>
              <a:path w="2151074" h="1615261">
                <a:moveTo>
                  <a:pt x="0" y="0"/>
                </a:moveTo>
                <a:lnTo>
                  <a:pt x="2151074" y="0"/>
                </a:lnTo>
                <a:lnTo>
                  <a:pt x="2151074" y="1615262"/>
                </a:lnTo>
                <a:lnTo>
                  <a:pt x="0" y="1615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7" name="TextBox 27"/>
          <p:cNvSpPr txBox="1"/>
          <p:nvPr/>
        </p:nvSpPr>
        <p:spPr>
          <a:xfrm>
            <a:off x="12608281" y="8289418"/>
            <a:ext cx="1709515" cy="41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Jan.2014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17910" y="9058157"/>
            <a:ext cx="3184343" cy="45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24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currency  #55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00175" y="7771998"/>
            <a:ext cx="3590986" cy="45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24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period</a:t>
            </a:r>
          </a:p>
        </p:txBody>
      </p:sp>
      <p:sp>
        <p:nvSpPr>
          <p:cNvPr id="30" name="Freeform 30"/>
          <p:cNvSpPr/>
          <p:nvPr/>
        </p:nvSpPr>
        <p:spPr>
          <a:xfrm>
            <a:off x="2439811" y="8289418"/>
            <a:ext cx="6218880" cy="729609"/>
          </a:xfrm>
          <a:custGeom>
            <a:avLst/>
            <a:gdLst/>
            <a:ahLst/>
            <a:cxnLst/>
            <a:rect l="l" t="t" r="r" b="b"/>
            <a:pathLst>
              <a:path w="6218880" h="729609">
                <a:moveTo>
                  <a:pt x="0" y="0"/>
                </a:moveTo>
                <a:lnTo>
                  <a:pt x="6218880" y="0"/>
                </a:lnTo>
                <a:lnTo>
                  <a:pt x="6218880" y="729609"/>
                </a:lnTo>
                <a:lnTo>
                  <a:pt x="0" y="729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9" b="-268873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1" name="Group 31"/>
          <p:cNvGrpSpPr/>
          <p:nvPr/>
        </p:nvGrpSpPr>
        <p:grpSpPr>
          <a:xfrm>
            <a:off x="5899351" y="9003966"/>
            <a:ext cx="1051537" cy="807385"/>
            <a:chOff x="0" y="0"/>
            <a:chExt cx="1402049" cy="1076513"/>
          </a:xfrm>
        </p:grpSpPr>
        <p:sp>
          <p:nvSpPr>
            <p:cNvPr id="32" name="Freeform 32"/>
            <p:cNvSpPr/>
            <p:nvPr/>
          </p:nvSpPr>
          <p:spPr>
            <a:xfrm rot="-2382993">
              <a:off x="-101015" y="438195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6"/>
                  </a:lnTo>
                  <a:lnTo>
                    <a:pt x="0" y="20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33"/>
            <p:cNvSpPr/>
            <p:nvPr/>
          </p:nvSpPr>
          <p:spPr>
            <a:xfrm rot="-8407889">
              <a:off x="67427" y="436903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7"/>
                  </a:lnTo>
                  <a:lnTo>
                    <a:pt x="0" y="202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684811" y="1998064"/>
            <a:ext cx="17099388" cy="3706529"/>
          </a:xfrm>
          <a:custGeom>
            <a:avLst/>
            <a:gdLst/>
            <a:ahLst/>
            <a:cxnLst/>
            <a:rect l="l" t="t" r="r" b="b"/>
            <a:pathLst>
              <a:path w="17099388" h="3706529">
                <a:moveTo>
                  <a:pt x="0" y="0"/>
                </a:moveTo>
                <a:lnTo>
                  <a:pt x="17099388" y="0"/>
                </a:lnTo>
                <a:lnTo>
                  <a:pt x="17099388" y="3706529"/>
                </a:lnTo>
                <a:lnTo>
                  <a:pt x="0" y="37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982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Freeform 12"/>
          <p:cNvSpPr/>
          <p:nvPr/>
        </p:nvSpPr>
        <p:spPr>
          <a:xfrm>
            <a:off x="3527092" y="2036495"/>
            <a:ext cx="12284545" cy="3648716"/>
          </a:xfrm>
          <a:custGeom>
            <a:avLst/>
            <a:gdLst/>
            <a:ahLst/>
            <a:cxnLst/>
            <a:rect l="l" t="t" r="r" b="b"/>
            <a:pathLst>
              <a:path w="12284545" h="3648716">
                <a:moveTo>
                  <a:pt x="0" y="0"/>
                </a:moveTo>
                <a:lnTo>
                  <a:pt x="12284545" y="0"/>
                </a:lnTo>
                <a:lnTo>
                  <a:pt x="12284545" y="3648716"/>
                </a:lnTo>
                <a:lnTo>
                  <a:pt x="0" y="3648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42" t="-3549" b="-4366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5655205" y="541277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684811" y="1974896"/>
            <a:ext cx="16776965" cy="3168604"/>
          </a:xfrm>
          <a:custGeom>
            <a:avLst/>
            <a:gdLst/>
            <a:ahLst/>
            <a:cxnLst/>
            <a:rect l="l" t="t" r="r" b="b"/>
            <a:pathLst>
              <a:path w="16776965" h="3168604">
                <a:moveTo>
                  <a:pt x="0" y="0"/>
                </a:moveTo>
                <a:lnTo>
                  <a:pt x="16776966" y="0"/>
                </a:lnTo>
                <a:lnTo>
                  <a:pt x="16776966" y="3168604"/>
                </a:lnTo>
                <a:lnTo>
                  <a:pt x="0" y="3168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8382" r="-126" b="-14093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Freeform 12"/>
          <p:cNvSpPr/>
          <p:nvPr/>
        </p:nvSpPr>
        <p:spPr>
          <a:xfrm>
            <a:off x="7003464" y="5405670"/>
            <a:ext cx="10458313" cy="4265645"/>
          </a:xfrm>
          <a:custGeom>
            <a:avLst/>
            <a:gdLst/>
            <a:ahLst/>
            <a:cxnLst/>
            <a:rect l="l" t="t" r="r" b="b"/>
            <a:pathLst>
              <a:path w="10458313" h="4265645">
                <a:moveTo>
                  <a:pt x="0" y="0"/>
                </a:moveTo>
                <a:lnTo>
                  <a:pt x="10458313" y="0"/>
                </a:lnTo>
                <a:lnTo>
                  <a:pt x="10458313" y="4265644"/>
                </a:lnTo>
                <a:lnTo>
                  <a:pt x="0" y="426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95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5655205" y="541277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79393" y="5405670"/>
            <a:ext cx="6035936" cy="1080030"/>
            <a:chOff x="0" y="0"/>
            <a:chExt cx="8047914" cy="144004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440040" cy="1440040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14761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40730" y="260517"/>
              <a:ext cx="958579" cy="817407"/>
            </a:xfrm>
            <a:custGeom>
              <a:avLst/>
              <a:gdLst/>
              <a:ahLst/>
              <a:cxnLst/>
              <a:rect l="l" t="t" r="r" b="b"/>
              <a:pathLst>
                <a:path w="958579" h="817407">
                  <a:moveTo>
                    <a:pt x="0" y="0"/>
                  </a:moveTo>
                  <a:lnTo>
                    <a:pt x="958580" y="0"/>
                  </a:lnTo>
                  <a:lnTo>
                    <a:pt x="958580" y="817406"/>
                  </a:lnTo>
                  <a:lnTo>
                    <a:pt x="0" y="81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54952" y="329495"/>
              <a:ext cx="6392962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Δ monthly price &gt; 2,000%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8530" y="7592145"/>
            <a:ext cx="4346390" cy="57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6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currency  #55  →  #45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3933784" y="7538492"/>
            <a:ext cx="1051537" cy="807385"/>
            <a:chOff x="0" y="0"/>
            <a:chExt cx="1402049" cy="1076513"/>
          </a:xfrm>
        </p:grpSpPr>
        <p:sp>
          <p:nvSpPr>
            <p:cNvPr id="21" name="Freeform 21"/>
            <p:cNvSpPr/>
            <p:nvPr/>
          </p:nvSpPr>
          <p:spPr>
            <a:xfrm rot="-2382993">
              <a:off x="-101015" y="438195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6"/>
                  </a:lnTo>
                  <a:lnTo>
                    <a:pt x="0" y="20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22"/>
            <p:cNvSpPr/>
            <p:nvPr/>
          </p:nvSpPr>
          <p:spPr>
            <a:xfrm rot="-8407889">
              <a:off x="67427" y="436903"/>
              <a:ext cx="1436650" cy="202706"/>
            </a:xfrm>
            <a:custGeom>
              <a:avLst/>
              <a:gdLst/>
              <a:ahLst/>
              <a:cxnLst/>
              <a:rect l="l" t="t" r="r" b="b"/>
              <a:pathLst>
                <a:path w="1436650" h="202706">
                  <a:moveTo>
                    <a:pt x="0" y="0"/>
                  </a:moveTo>
                  <a:lnTo>
                    <a:pt x="1436650" y="0"/>
                  </a:lnTo>
                  <a:lnTo>
                    <a:pt x="1436650" y="202707"/>
                  </a:lnTo>
                  <a:lnTo>
                    <a:pt x="0" y="202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4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54669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88842" y="1702697"/>
            <a:ext cx="16372935" cy="3344656"/>
          </a:xfrm>
          <a:custGeom>
            <a:avLst/>
            <a:gdLst/>
            <a:ahLst/>
            <a:cxnLst/>
            <a:rect l="l" t="t" r="r" b="b"/>
            <a:pathLst>
              <a:path w="16372935" h="3344656">
                <a:moveTo>
                  <a:pt x="0" y="0"/>
                </a:moveTo>
                <a:lnTo>
                  <a:pt x="16372935" y="0"/>
                </a:lnTo>
                <a:lnTo>
                  <a:pt x="16372935" y="3344656"/>
                </a:lnTo>
                <a:lnTo>
                  <a:pt x="0" y="3344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031" r="-4514" b="-1046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Freeform 12"/>
          <p:cNvSpPr/>
          <p:nvPr/>
        </p:nvSpPr>
        <p:spPr>
          <a:xfrm>
            <a:off x="1088842" y="5507280"/>
            <a:ext cx="16372935" cy="3635654"/>
          </a:xfrm>
          <a:custGeom>
            <a:avLst/>
            <a:gdLst/>
            <a:ahLst/>
            <a:cxnLst/>
            <a:rect l="l" t="t" r="r" b="b"/>
            <a:pathLst>
              <a:path w="16372935" h="3635654">
                <a:moveTo>
                  <a:pt x="0" y="0"/>
                </a:moveTo>
                <a:lnTo>
                  <a:pt x="16372935" y="0"/>
                </a:lnTo>
                <a:lnTo>
                  <a:pt x="16372935" y="3635654"/>
                </a:lnTo>
                <a:lnTo>
                  <a:pt x="0" y="3635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962" r="-4902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5655205" y="541277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DESCRIPTION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438098" y="2191971"/>
            <a:ext cx="4501435" cy="4501417"/>
            <a:chOff x="0" y="0"/>
            <a:chExt cx="6350000" cy="6349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39285" r="-39285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25912" y="4179767"/>
            <a:ext cx="5027242" cy="5027242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2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76190" y="4512469"/>
            <a:ext cx="3916933" cy="3916917"/>
            <a:chOff x="0" y="0"/>
            <a:chExt cx="6350000" cy="63499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68619" t="-29743" r="-62555" b="-24093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07808" y="2009687"/>
            <a:ext cx="1080030" cy="1080030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6306359" y="710795"/>
            <a:ext cx="1886833" cy="9260529"/>
          </a:xfrm>
          <a:custGeom>
            <a:avLst/>
            <a:gdLst/>
            <a:ahLst/>
            <a:cxnLst/>
            <a:rect l="l" t="t" r="r" b="b"/>
            <a:pathLst>
              <a:path w="1886833" h="9260529">
                <a:moveTo>
                  <a:pt x="0" y="0"/>
                </a:moveTo>
                <a:lnTo>
                  <a:pt x="1886832" y="0"/>
                </a:lnTo>
                <a:lnTo>
                  <a:pt x="1886832" y="9260528"/>
                </a:lnTo>
                <a:lnTo>
                  <a:pt x="0" y="926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20" name="Group 20"/>
          <p:cNvGrpSpPr/>
          <p:nvPr/>
        </p:nvGrpSpPr>
        <p:grpSpPr>
          <a:xfrm>
            <a:off x="8347823" y="4798749"/>
            <a:ext cx="3741912" cy="3553104"/>
            <a:chOff x="0" y="0"/>
            <a:chExt cx="4989216" cy="47374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30673" cy="4737472"/>
            </a:xfrm>
            <a:custGeom>
              <a:avLst/>
              <a:gdLst/>
              <a:ahLst/>
              <a:cxnLst/>
              <a:rect l="l" t="t" r="r" b="b"/>
              <a:pathLst>
                <a:path w="4930673" h="4737472">
                  <a:moveTo>
                    <a:pt x="0" y="0"/>
                  </a:moveTo>
                  <a:lnTo>
                    <a:pt x="4930673" y="0"/>
                  </a:lnTo>
                  <a:lnTo>
                    <a:pt x="4930673" y="4737472"/>
                  </a:lnTo>
                  <a:lnTo>
                    <a:pt x="0" y="473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0812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05424" y="4153680"/>
              <a:ext cx="583792" cy="583792"/>
            </a:xfrm>
            <a:custGeom>
              <a:avLst/>
              <a:gdLst/>
              <a:ahLst/>
              <a:cxnLst/>
              <a:rect l="l" t="t" r="r" b="b"/>
              <a:pathLst>
                <a:path w="583792" h="583792">
                  <a:moveTo>
                    <a:pt x="0" y="0"/>
                  </a:moveTo>
                  <a:lnTo>
                    <a:pt x="583792" y="0"/>
                  </a:lnTo>
                  <a:lnTo>
                    <a:pt x="583792" y="583791"/>
                  </a:lnTo>
                  <a:lnTo>
                    <a:pt x="0" y="58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0851" y="125224"/>
              <a:ext cx="2324971" cy="438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0"/>
                </a:lnSpc>
                <a:spcBef>
                  <a:spcPct val="0"/>
                </a:spcBef>
              </a:pPr>
              <a:r>
                <a:rPr lang="en-US" sz="195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R2 =0.92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24284" y="0"/>
              <a:ext cx="564117" cy="564115"/>
              <a:chOff x="0" y="0"/>
              <a:chExt cx="6350000" cy="63499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68619" t="-29743" r="-62555" b="-24093"/>
                </a:stretch>
              </a:blipFill>
            </p:spPr>
            <p:txBody>
              <a:bodyPr/>
              <a:lstStyle/>
              <a:p>
                <a:endParaRPr lang="en-CA"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184420" y="4798749"/>
            <a:ext cx="3674974" cy="3518064"/>
            <a:chOff x="0" y="0"/>
            <a:chExt cx="4899965" cy="469075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82047" cy="4690752"/>
            </a:xfrm>
            <a:custGeom>
              <a:avLst/>
              <a:gdLst/>
              <a:ahLst/>
              <a:cxnLst/>
              <a:rect l="l" t="t" r="r" b="b"/>
              <a:pathLst>
                <a:path w="4882047" h="4690752">
                  <a:moveTo>
                    <a:pt x="0" y="0"/>
                  </a:moveTo>
                  <a:lnTo>
                    <a:pt x="4882047" y="0"/>
                  </a:lnTo>
                  <a:lnTo>
                    <a:pt x="4882047" y="4690752"/>
                  </a:lnTo>
                  <a:lnTo>
                    <a:pt x="0" y="4690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0632" b="-310180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321930" y="4057195"/>
              <a:ext cx="578035" cy="578035"/>
            </a:xfrm>
            <a:custGeom>
              <a:avLst/>
              <a:gdLst/>
              <a:ahLst/>
              <a:cxnLst/>
              <a:rect l="l" t="t" r="r" b="b"/>
              <a:pathLst>
                <a:path w="578035" h="578035">
                  <a:moveTo>
                    <a:pt x="0" y="0"/>
                  </a:moveTo>
                  <a:lnTo>
                    <a:pt x="578034" y="0"/>
                  </a:lnTo>
                  <a:lnTo>
                    <a:pt x="578034" y="578034"/>
                  </a:lnTo>
                  <a:lnTo>
                    <a:pt x="0" y="57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78442" y="119341"/>
              <a:ext cx="1925163" cy="43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13"/>
                </a:lnSpc>
                <a:spcBef>
                  <a:spcPct val="0"/>
                </a:spcBef>
              </a:pPr>
              <a:r>
                <a:rPr lang="en-US" sz="19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R2 =0.90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43180" y="0"/>
              <a:ext cx="554470" cy="554468"/>
              <a:chOff x="0" y="0"/>
              <a:chExt cx="6350000" cy="63499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39285" r="-39285"/>
                </a:stretch>
              </a:blipFill>
            </p:spPr>
            <p:txBody>
              <a:bodyPr/>
              <a:lstStyle/>
              <a:p>
                <a:endParaRPr lang="en-CA"/>
              </a:p>
            </p:txBody>
          </p:sp>
        </p:grpSp>
      </p:grpSp>
      <p:sp>
        <p:nvSpPr>
          <p:cNvPr id="32" name="TextBox 32"/>
          <p:cNvSpPr txBox="1"/>
          <p:nvPr/>
        </p:nvSpPr>
        <p:spPr>
          <a:xfrm>
            <a:off x="8347823" y="4074992"/>
            <a:ext cx="6361019" cy="57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9"/>
              </a:lnSpc>
              <a:spcBef>
                <a:spcPct val="0"/>
              </a:spcBef>
            </a:pPr>
            <a:r>
              <a:rPr lang="en-US" sz="339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Pairwise Regression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33523" y="2066149"/>
            <a:ext cx="7517605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93A58734-49A0-A8BC-F447-23121A80AFE1}"/>
              </a:ext>
            </a:extLst>
          </p:cNvPr>
          <p:cNvSpPr txBox="1"/>
          <p:nvPr/>
        </p:nvSpPr>
        <p:spPr>
          <a:xfrm>
            <a:off x="9230740" y="8149154"/>
            <a:ext cx="3045290" cy="516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49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Poppins"/>
                <a:cs typeface="Poppins"/>
                <a:sym typeface="Poppins Bold"/>
              </a:rPr>
              <a:t>0                10k              20K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4C76B51C-81D2-BF33-7CAF-BAD017CBAD2D}"/>
              </a:ext>
            </a:extLst>
          </p:cNvPr>
          <p:cNvSpPr txBox="1"/>
          <p:nvPr/>
        </p:nvSpPr>
        <p:spPr>
          <a:xfrm>
            <a:off x="13069241" y="8101256"/>
            <a:ext cx="3045290" cy="516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49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Poppins"/>
                <a:cs typeface="Poppins"/>
                <a:sym typeface="Poppins Bold"/>
              </a:rPr>
              <a:t>0                10k              20K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2425912" y="4179767"/>
            <a:ext cx="5027242" cy="5027242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2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07808" y="2009687"/>
            <a:ext cx="1080030" cy="108003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233523" y="2066149"/>
            <a:ext cx="7517605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845" y="3274440"/>
            <a:ext cx="17816275" cy="4173965"/>
            <a:chOff x="0" y="0"/>
            <a:chExt cx="23755033" cy="55652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755033" cy="5565287"/>
            </a:xfrm>
            <a:custGeom>
              <a:avLst/>
              <a:gdLst/>
              <a:ahLst/>
              <a:cxnLst/>
              <a:rect l="l" t="t" r="r" b="b"/>
              <a:pathLst>
                <a:path w="23755033" h="5565287">
                  <a:moveTo>
                    <a:pt x="0" y="0"/>
                  </a:moveTo>
                  <a:lnTo>
                    <a:pt x="23755033" y="0"/>
                  </a:lnTo>
                  <a:lnTo>
                    <a:pt x="23755033" y="5565287"/>
                  </a:lnTo>
                  <a:lnTo>
                    <a:pt x="0" y="5565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804" r="-10832" b="-336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716691" y="195565"/>
              <a:ext cx="2314247" cy="1617385"/>
            </a:xfrm>
            <a:custGeom>
              <a:avLst/>
              <a:gdLst/>
              <a:ahLst/>
              <a:cxnLst/>
              <a:rect l="l" t="t" r="r" b="b"/>
              <a:pathLst>
                <a:path w="2314247" h="1617385">
                  <a:moveTo>
                    <a:pt x="0" y="0"/>
                  </a:moveTo>
                  <a:lnTo>
                    <a:pt x="2314247" y="0"/>
                  </a:lnTo>
                  <a:lnTo>
                    <a:pt x="2314247" y="1617385"/>
                  </a:lnTo>
                  <a:lnTo>
                    <a:pt x="0" y="1617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7666" t="-92231" b="-24525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763215" y="8211527"/>
            <a:ext cx="9881150" cy="0"/>
          </a:xfrm>
          <a:prstGeom prst="line">
            <a:avLst/>
          </a:prstGeom>
          <a:ln w="1047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12" name="Group 12"/>
          <p:cNvGrpSpPr/>
          <p:nvPr/>
        </p:nvGrpSpPr>
        <p:grpSpPr>
          <a:xfrm>
            <a:off x="10968596" y="8021268"/>
            <a:ext cx="380518" cy="38051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857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237491" y="8363686"/>
            <a:ext cx="11017258" cy="80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7"/>
              </a:lnSpc>
            </a:pPr>
            <a:r>
              <a:rPr lang="en-US" sz="4779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2014                                          2017       2018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039434" y="2778429"/>
            <a:ext cx="2693124" cy="4036941"/>
          </a:xfrm>
          <a:custGeom>
            <a:avLst/>
            <a:gdLst/>
            <a:ahLst/>
            <a:cxnLst/>
            <a:rect l="l" t="t" r="r" b="b"/>
            <a:pathLst>
              <a:path w="2693124" h="4036941">
                <a:moveTo>
                  <a:pt x="0" y="0"/>
                </a:moveTo>
                <a:lnTo>
                  <a:pt x="2693124" y="0"/>
                </a:lnTo>
                <a:lnTo>
                  <a:pt x="2693124" y="4036941"/>
                </a:lnTo>
                <a:lnTo>
                  <a:pt x="0" y="4036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584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7" name="Freeform 17"/>
          <p:cNvSpPr/>
          <p:nvPr/>
        </p:nvSpPr>
        <p:spPr>
          <a:xfrm>
            <a:off x="11102276" y="3957287"/>
            <a:ext cx="113157" cy="4114800"/>
          </a:xfrm>
          <a:custGeom>
            <a:avLst/>
            <a:gdLst/>
            <a:ahLst/>
            <a:cxnLst/>
            <a:rect l="l" t="t" r="r" b="b"/>
            <a:pathLst>
              <a:path w="113157" h="4114800">
                <a:moveTo>
                  <a:pt x="0" y="0"/>
                </a:moveTo>
                <a:lnTo>
                  <a:pt x="113157" y="0"/>
                </a:lnTo>
                <a:lnTo>
                  <a:pt x="1131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TextBox 18"/>
          <p:cNvSpPr txBox="1"/>
          <p:nvPr/>
        </p:nvSpPr>
        <p:spPr>
          <a:xfrm>
            <a:off x="6524525" y="7543901"/>
            <a:ext cx="1640830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Training</a:t>
            </a:r>
          </a:p>
        </p:txBody>
      </p:sp>
      <p:sp>
        <p:nvSpPr>
          <p:cNvPr id="19" name="Freeform 19"/>
          <p:cNvSpPr/>
          <p:nvPr/>
        </p:nvSpPr>
        <p:spPr>
          <a:xfrm>
            <a:off x="3919220" y="6800127"/>
            <a:ext cx="113157" cy="1271961"/>
          </a:xfrm>
          <a:custGeom>
            <a:avLst/>
            <a:gdLst/>
            <a:ahLst/>
            <a:cxnLst/>
            <a:rect l="l" t="t" r="r" b="b"/>
            <a:pathLst>
              <a:path w="113157" h="1271961">
                <a:moveTo>
                  <a:pt x="0" y="0"/>
                </a:moveTo>
                <a:lnTo>
                  <a:pt x="113157" y="0"/>
                </a:lnTo>
                <a:lnTo>
                  <a:pt x="113157" y="1271960"/>
                </a:lnTo>
                <a:lnTo>
                  <a:pt x="0" y="1271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2350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Freeform 20"/>
          <p:cNvSpPr/>
          <p:nvPr/>
        </p:nvSpPr>
        <p:spPr>
          <a:xfrm>
            <a:off x="2246075" y="6188920"/>
            <a:ext cx="5364950" cy="1335897"/>
          </a:xfrm>
          <a:custGeom>
            <a:avLst/>
            <a:gdLst/>
            <a:ahLst/>
            <a:cxnLst/>
            <a:rect l="l" t="t" r="r" b="b"/>
            <a:pathLst>
              <a:path w="5364950" h="1335897">
                <a:moveTo>
                  <a:pt x="0" y="0"/>
                </a:moveTo>
                <a:lnTo>
                  <a:pt x="5364949" y="0"/>
                </a:lnTo>
                <a:lnTo>
                  <a:pt x="5364949" y="1335896"/>
                </a:lnTo>
                <a:lnTo>
                  <a:pt x="0" y="1335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21776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1" name="Freeform 21"/>
          <p:cNvSpPr/>
          <p:nvPr/>
        </p:nvSpPr>
        <p:spPr>
          <a:xfrm>
            <a:off x="7611024" y="5812574"/>
            <a:ext cx="3491252" cy="4245016"/>
          </a:xfrm>
          <a:custGeom>
            <a:avLst/>
            <a:gdLst/>
            <a:ahLst/>
            <a:cxnLst/>
            <a:rect l="l" t="t" r="r" b="b"/>
            <a:pathLst>
              <a:path w="3491252" h="4245016">
                <a:moveTo>
                  <a:pt x="0" y="0"/>
                </a:moveTo>
                <a:lnTo>
                  <a:pt x="3491252" y="0"/>
                </a:lnTo>
                <a:lnTo>
                  <a:pt x="3491252" y="4245016"/>
                </a:lnTo>
                <a:lnTo>
                  <a:pt x="0" y="4245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46273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327873-74E8-8AE9-EA36-624593341E3B}"/>
              </a:ext>
            </a:extLst>
          </p:cNvPr>
          <p:cNvGrpSpPr/>
          <p:nvPr/>
        </p:nvGrpSpPr>
        <p:grpSpPr>
          <a:xfrm>
            <a:off x="4503274" y="5669456"/>
            <a:ext cx="2247160" cy="1366904"/>
            <a:chOff x="4503274" y="5669456"/>
            <a:chExt cx="2247160" cy="1366904"/>
          </a:xfrm>
        </p:grpSpPr>
        <p:sp>
          <p:nvSpPr>
            <p:cNvPr id="23" name="Freeform 23"/>
            <p:cNvSpPr/>
            <p:nvPr/>
          </p:nvSpPr>
          <p:spPr>
            <a:xfrm>
              <a:off x="4503274" y="6077509"/>
              <a:ext cx="2247160" cy="958851"/>
            </a:xfrm>
            <a:custGeom>
              <a:avLst/>
              <a:gdLst/>
              <a:ahLst/>
              <a:cxnLst/>
              <a:rect l="l" t="t" r="r" b="b"/>
              <a:pathLst>
                <a:path w="2996214" h="1278469">
                  <a:moveTo>
                    <a:pt x="0" y="0"/>
                  </a:moveTo>
                  <a:lnTo>
                    <a:pt x="2996214" y="0"/>
                  </a:lnTo>
                  <a:lnTo>
                    <a:pt x="2996214" y="1278469"/>
                  </a:lnTo>
                  <a:lnTo>
                    <a:pt x="0" y="127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4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042" t="-2471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71380" y="5669456"/>
              <a:ext cx="1267480" cy="384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60 Days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6260" y="6331477"/>
              <a:ext cx="1267480" cy="384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History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BADEB7-E283-6E98-1769-C1FE6379F4D7}"/>
              </a:ext>
            </a:extLst>
          </p:cNvPr>
          <p:cNvGrpSpPr/>
          <p:nvPr/>
        </p:nvGrpSpPr>
        <p:grpSpPr>
          <a:xfrm>
            <a:off x="6298474" y="5669456"/>
            <a:ext cx="1680206" cy="1366904"/>
            <a:chOff x="6298474" y="5669456"/>
            <a:chExt cx="1680206" cy="1366904"/>
          </a:xfrm>
        </p:grpSpPr>
        <p:sp>
          <p:nvSpPr>
            <p:cNvPr id="24" name="Freeform 24"/>
            <p:cNvSpPr/>
            <p:nvPr/>
          </p:nvSpPr>
          <p:spPr>
            <a:xfrm>
              <a:off x="6750434" y="6077509"/>
              <a:ext cx="290293" cy="958851"/>
            </a:xfrm>
            <a:custGeom>
              <a:avLst/>
              <a:gdLst/>
              <a:ahLst/>
              <a:cxnLst/>
              <a:rect l="l" t="t" r="r" b="b"/>
              <a:pathLst>
                <a:path w="387057" h="1278469">
                  <a:moveTo>
                    <a:pt x="0" y="0"/>
                  </a:moveTo>
                  <a:lnTo>
                    <a:pt x="387057" y="0"/>
                  </a:lnTo>
                  <a:lnTo>
                    <a:pt x="387057" y="1278469"/>
                  </a:lnTo>
                  <a:lnTo>
                    <a:pt x="0" y="127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4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8070" t="-2471" r="-674102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98474" y="5669456"/>
              <a:ext cx="1484506" cy="384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 Day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1200" y="6331477"/>
              <a:ext cx="1267480" cy="384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84811" y="1702632"/>
            <a:ext cx="2965684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01-RNN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4811" y="2418066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02-RNN Optuna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3232" y="3129267"/>
            <a:ext cx="2965684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28917" y="604513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54315" y="330071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57874" y="7543901"/>
            <a:ext cx="996126" cy="566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1.7284E-6 L 0.19088 -0.00201 " pathEditMode="relative" rAng="0" ptsTypes="AA">
                                      <p:cBhvr>
                                        <p:cTn id="16" dur="4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0" y="-10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7284E-6 L 0.1908 -0.00201 " pathEditMode="relative" rAng="0" ptsTypes="AA">
                                      <p:cBhvr>
                                        <p:cTn id="18" dur="4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0" y="-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552113" y="2465691"/>
            <a:ext cx="4808029" cy="309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[bitcoin, </a:t>
            </a:r>
            <a:r>
              <a:rPr lang="en-US" sz="1599" dirty="0" err="1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litecoin</a:t>
            </a:r>
            <a:r>
              <a:rPr lang="en-US" sz="1599" dirty="0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LSTM [input, 128]-&gt; repeated → LSTM[128,64,1]</a:t>
            </a:r>
          </a:p>
          <a:p>
            <a:pPr algn="l">
              <a:lnSpc>
                <a:spcPts val="2239"/>
              </a:lnSpc>
            </a:pPr>
            <a:r>
              <a:rPr lang="en-US" sz="15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batch_size</a:t>
            </a: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= 5, </a:t>
            </a: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epochs= 200, </a:t>
            </a: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= 60</a:t>
            </a: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Pred= </a:t>
            </a:r>
            <a:r>
              <a:rPr lang="en-US" sz="1599" dirty="0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monitor='loss', </a:t>
            </a:r>
          </a:p>
          <a:p>
            <a:pPr algn="l">
              <a:lnSpc>
                <a:spcPts val="2239"/>
              </a:lnSpc>
            </a:pPr>
            <a:r>
              <a:rPr lang="en-US" sz="15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early_stopping</a:t>
            </a: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optimizer=</a:t>
            </a:r>
            <a:r>
              <a:rPr lang="en-US" sz="15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adam</a:t>
            </a:r>
            <a:endParaRPr lang="en-US" sz="15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loss= MSE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params: 248,129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811" y="2465691"/>
            <a:ext cx="3242939" cy="304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[bitcoin]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LSTM [input, 32, 16, 1]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batch_size=  5,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epochs=         200,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=         60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Pred=  1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monitor='loss',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early_stopping,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optimizer= adam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loss= MSE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4811" y="1702632"/>
            <a:ext cx="2965684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01-RNN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11" y="5978934"/>
            <a:ext cx="3939008" cy="387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n_trials=50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[</a:t>
            </a:r>
            <a:r>
              <a:rPr lang="en-US" sz="1599">
                <a:solidFill>
                  <a:srgbClr val="FFB901"/>
                </a:solidFill>
                <a:latin typeface="Poppins"/>
                <a:ea typeface="Poppins"/>
                <a:cs typeface="Poppins"/>
                <a:sym typeface="Poppins"/>
              </a:rPr>
              <a:t>bitcoin, </a:t>
            </a:r>
            <a:r>
              <a:rPr lang="en-US" sz="1599">
                <a:solidFill>
                  <a:srgbClr val="4CF6C1"/>
                </a:solidFill>
                <a:latin typeface="Poppins"/>
                <a:ea typeface="Poppins"/>
                <a:cs typeface="Poppins"/>
                <a:sym typeface="Poppins"/>
              </a:rPr>
              <a:t>litecoin</a:t>
            </a:r>
            <a:r>
              <a:rPr lang="en-US" sz="1599">
                <a:solidFill>
                  <a:srgbClr val="FFB90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diamond]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LSTM [input, </a:t>
            </a:r>
            <a:r>
              <a:rPr lang="en-US" sz="1599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16-64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99">
                <a:solidFill>
                  <a:srgbClr val="4BE484"/>
                </a:solidFill>
                <a:latin typeface="Poppins"/>
                <a:ea typeface="Poppins"/>
                <a:cs typeface="Poppins"/>
                <a:sym typeface="Poppins"/>
              </a:rPr>
              <a:t>32-128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dropout = </a:t>
            </a:r>
            <a:r>
              <a:rPr lang="en-US" sz="1599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0.0-0.005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batch_size = </a:t>
            </a:r>
            <a:r>
              <a:rPr lang="en-US" sz="1599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4-8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 rate =</a:t>
            </a:r>
            <a:r>
              <a:rPr lang="en-US" sz="1599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 1-1000 e-3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epochs= 100,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= 60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Future=   1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monitor='loss',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early_stopping,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optimizer=adam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loss= MSE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otal params: 22,5177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11" y="5396851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02-RNN Optuna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52113" y="1702632"/>
            <a:ext cx="2965684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28917" y="604513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57113" y="5587351"/>
            <a:ext cx="3818462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(#Trials=50)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94458" y="1855033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0223643" y="4254165"/>
            <a:ext cx="2216234" cy="5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5.0 e-5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23643" y="476757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83348" y="4244640"/>
            <a:ext cx="164504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22,500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3348" y="476757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Parameters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47492" y="4244640"/>
            <a:ext cx="164504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43052" y="476757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24560" y="2362064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509271" y="668337"/>
            <a:ext cx="2965684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01-RNN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6349" y="8644270"/>
            <a:ext cx="7851528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2014                     2015                  2016                  2017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6225" y="2845616"/>
            <a:ext cx="8390570" cy="5731188"/>
          </a:xfrm>
          <a:custGeom>
            <a:avLst/>
            <a:gdLst/>
            <a:ahLst/>
            <a:cxnLst/>
            <a:rect l="l" t="t" r="r" b="b"/>
            <a:pathLst>
              <a:path w="8390570" h="5731188">
                <a:moveTo>
                  <a:pt x="0" y="0"/>
                </a:moveTo>
                <a:lnTo>
                  <a:pt x="8390570" y="0"/>
                </a:lnTo>
                <a:lnTo>
                  <a:pt x="8390570" y="5731188"/>
                </a:lnTo>
                <a:lnTo>
                  <a:pt x="0" y="57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45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2" name="Freeform 22"/>
          <p:cNvSpPr/>
          <p:nvPr/>
        </p:nvSpPr>
        <p:spPr>
          <a:xfrm>
            <a:off x="10223643" y="5580522"/>
            <a:ext cx="5523811" cy="1772454"/>
          </a:xfrm>
          <a:custGeom>
            <a:avLst/>
            <a:gdLst/>
            <a:ahLst/>
            <a:cxnLst/>
            <a:rect l="l" t="t" r="r" b="b"/>
            <a:pathLst>
              <a:path w="5523811" h="1772454">
                <a:moveTo>
                  <a:pt x="0" y="0"/>
                </a:moveTo>
                <a:lnTo>
                  <a:pt x="5523811" y="0"/>
                </a:lnTo>
                <a:lnTo>
                  <a:pt x="5523811" y="1772455"/>
                </a:lnTo>
                <a:lnTo>
                  <a:pt x="0" y="1772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7919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3" name="TextBox 23"/>
          <p:cNvSpPr txBox="1"/>
          <p:nvPr/>
        </p:nvSpPr>
        <p:spPr>
          <a:xfrm>
            <a:off x="10247219" y="7578740"/>
            <a:ext cx="3242939" cy="221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[bitcoin]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LSTM [input, 32, 16, 1]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batch_size=  5,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epochs=         200,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=         60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Pred=  1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monitor='loss',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early_stopping,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41750" y="5827976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 b="1">
                <a:solidFill>
                  <a:srgbClr val="5989C5"/>
                </a:solidFill>
                <a:latin typeface="Poppins Bold"/>
                <a:ea typeface="Poppins Bold"/>
                <a:cs typeface="Poppins Bold"/>
                <a:sym typeface="Poppins Bold"/>
              </a:rPr>
              <a:t>Actual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41750" y="419685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 b="1">
                <a:solidFill>
                  <a:srgbClr val="FF8010"/>
                </a:solidFill>
                <a:latin typeface="Poppins Bold"/>
                <a:ea typeface="Poppins Bold"/>
                <a:cs typeface="Poppins Bold"/>
                <a:sym typeface="Poppins Bold"/>
              </a:rPr>
              <a:t>Pred.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12932" y="1827919"/>
            <a:ext cx="5000120" cy="4047163"/>
            <a:chOff x="0" y="0"/>
            <a:chExt cx="6666827" cy="5396217"/>
          </a:xfrm>
        </p:grpSpPr>
        <p:sp>
          <p:nvSpPr>
            <p:cNvPr id="12" name="TextBox 12"/>
            <p:cNvSpPr txBox="1"/>
            <p:nvPr/>
          </p:nvSpPr>
          <p:spPr>
            <a:xfrm>
              <a:off x="2791580" y="-66675"/>
              <a:ext cx="1083667" cy="544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Train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477521"/>
              <a:ext cx="6666827" cy="4553783"/>
            </a:xfrm>
            <a:custGeom>
              <a:avLst/>
              <a:gdLst/>
              <a:ahLst/>
              <a:cxnLst/>
              <a:rect l="l" t="t" r="r" b="b"/>
              <a:pathLst>
                <a:path w="6666827" h="4553783">
                  <a:moveTo>
                    <a:pt x="0" y="0"/>
                  </a:moveTo>
                  <a:lnTo>
                    <a:pt x="6666827" y="0"/>
                  </a:lnTo>
                  <a:lnTo>
                    <a:pt x="6666827" y="4553783"/>
                  </a:lnTo>
                  <a:lnTo>
                    <a:pt x="0" y="4553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450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985" y="5034478"/>
              <a:ext cx="6027842" cy="361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2014                                                                  2017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80250" y="1835712"/>
            <a:ext cx="5088150" cy="4047163"/>
            <a:chOff x="0" y="0"/>
            <a:chExt cx="6784201" cy="5396217"/>
          </a:xfrm>
        </p:grpSpPr>
        <p:sp>
          <p:nvSpPr>
            <p:cNvPr id="16" name="TextBox 16"/>
            <p:cNvSpPr txBox="1"/>
            <p:nvPr/>
          </p:nvSpPr>
          <p:spPr>
            <a:xfrm>
              <a:off x="2850267" y="-66675"/>
              <a:ext cx="882055" cy="544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477521"/>
              <a:ext cx="6784201" cy="4529450"/>
            </a:xfrm>
            <a:custGeom>
              <a:avLst/>
              <a:gdLst/>
              <a:ahLst/>
              <a:cxnLst/>
              <a:rect l="l" t="t" r="r" b="b"/>
              <a:pathLst>
                <a:path w="6784201" h="4529450">
                  <a:moveTo>
                    <a:pt x="0" y="0"/>
                  </a:moveTo>
                  <a:lnTo>
                    <a:pt x="6784201" y="0"/>
                  </a:lnTo>
                  <a:lnTo>
                    <a:pt x="6784201" y="4529450"/>
                  </a:lnTo>
                  <a:lnTo>
                    <a:pt x="0" y="4529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7022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4559" y="5034478"/>
              <a:ext cx="6027842" cy="361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2017                                                                  2018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509271" y="668337"/>
            <a:ext cx="2965684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01-RNN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112932" y="2756734"/>
            <a:ext cx="5054941" cy="6802873"/>
            <a:chOff x="0" y="0"/>
            <a:chExt cx="6739922" cy="9070497"/>
          </a:xfrm>
        </p:grpSpPr>
        <p:sp>
          <p:nvSpPr>
            <p:cNvPr id="21" name="Freeform 21"/>
            <p:cNvSpPr/>
            <p:nvPr/>
          </p:nvSpPr>
          <p:spPr>
            <a:xfrm>
              <a:off x="0" y="4457417"/>
              <a:ext cx="6739922" cy="4613080"/>
            </a:xfrm>
            <a:custGeom>
              <a:avLst/>
              <a:gdLst/>
              <a:ahLst/>
              <a:cxnLst/>
              <a:rect l="l" t="t" r="r" b="b"/>
              <a:pathLst>
                <a:path w="6739922" h="4613080">
                  <a:moveTo>
                    <a:pt x="0" y="0"/>
                  </a:moveTo>
                  <a:lnTo>
                    <a:pt x="6739922" y="0"/>
                  </a:lnTo>
                  <a:lnTo>
                    <a:pt x="6739922" y="4613080"/>
                  </a:lnTo>
                  <a:lnTo>
                    <a:pt x="0" y="4613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56" b="-6557"/>
              </a:stretch>
            </a:blipFill>
          </p:spPr>
          <p:txBody>
            <a:bodyPr/>
            <a:lstStyle/>
            <a:p>
              <a:endParaRPr lang="en-CA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889973" y="0"/>
              <a:ext cx="501559" cy="742442"/>
              <a:chOff x="0" y="0"/>
              <a:chExt cx="99073" cy="14665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9073" cy="146655"/>
              </a:xfrm>
              <a:custGeom>
                <a:avLst/>
                <a:gdLst/>
                <a:ahLst/>
                <a:cxnLst/>
                <a:rect l="l" t="t" r="r" b="b"/>
                <a:pathLst>
                  <a:path w="99073" h="146655">
                    <a:moveTo>
                      <a:pt x="0" y="0"/>
                    </a:moveTo>
                    <a:lnTo>
                      <a:pt x="99073" y="0"/>
                    </a:lnTo>
                    <a:lnTo>
                      <a:pt x="99073" y="146655"/>
                    </a:lnTo>
                    <a:lnTo>
                      <a:pt x="0" y="146655"/>
                    </a:lnTo>
                    <a:close/>
                  </a:path>
                </a:pathLst>
              </a:custGeom>
              <a:ln w="38100" cap="sq">
                <a:solidFill>
                  <a:srgbClr val="F2002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99073" cy="203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H="1">
              <a:off x="5462425" y="742442"/>
              <a:ext cx="752363" cy="3714975"/>
            </a:xfrm>
            <a:prstGeom prst="line">
              <a:avLst/>
            </a:prstGeom>
            <a:ln w="50800" cap="flat">
              <a:solidFill>
                <a:srgbClr val="D22D0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3133982" y="3827726"/>
            <a:ext cx="2745694" cy="4114800"/>
          </a:xfrm>
          <a:custGeom>
            <a:avLst/>
            <a:gdLst/>
            <a:ahLst/>
            <a:cxnLst/>
            <a:rect l="l" t="t" r="r" b="b"/>
            <a:pathLst>
              <a:path w="2745694" h="4114800">
                <a:moveTo>
                  <a:pt x="0" y="0"/>
                </a:moveTo>
                <a:lnTo>
                  <a:pt x="2745693" y="0"/>
                </a:lnTo>
                <a:lnTo>
                  <a:pt x="27456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TextBox 14"/>
          <p:cNvSpPr txBox="1"/>
          <p:nvPr/>
        </p:nvSpPr>
        <p:spPr>
          <a:xfrm>
            <a:off x="10223643" y="4254165"/>
            <a:ext cx="2216234" cy="5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23643" y="476757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83348" y="4244640"/>
            <a:ext cx="164504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22,500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83348" y="476757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Parameters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47492" y="4244640"/>
            <a:ext cx="164504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1 , 2, 3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43052" y="4767574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24560" y="2362064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9271" y="668337"/>
            <a:ext cx="4417113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02-RNN Optuna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47219" y="5732726"/>
            <a:ext cx="4449917" cy="359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n_trials=50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[bitcoin, litecoin, diamond]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LSTM [input, </a:t>
            </a:r>
            <a:r>
              <a:rPr lang="en-US" sz="1599">
                <a:solidFill>
                  <a:srgbClr val="F0D31B"/>
                </a:solidFill>
                <a:latin typeface="Poppins"/>
                <a:ea typeface="Poppins"/>
                <a:cs typeface="Poppins"/>
                <a:sym typeface="Poppins"/>
              </a:rPr>
              <a:t>16-64,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99">
                <a:solidFill>
                  <a:srgbClr val="4BE484"/>
                </a:solidFill>
                <a:latin typeface="Poppins"/>
                <a:ea typeface="Poppins"/>
                <a:cs typeface="Poppins"/>
                <a:sym typeface="Poppins"/>
              </a:rPr>
              <a:t>32-128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dropout = </a:t>
            </a:r>
            <a:r>
              <a:rPr lang="en-US" sz="1599">
                <a:solidFill>
                  <a:srgbClr val="F0D31B"/>
                </a:solidFill>
                <a:latin typeface="Poppins"/>
                <a:ea typeface="Poppins"/>
                <a:cs typeface="Poppins"/>
                <a:sym typeface="Poppins"/>
              </a:rPr>
              <a:t>0.0-0.005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batch_size = </a:t>
            </a:r>
            <a:r>
              <a:rPr lang="en-US" sz="1599">
                <a:solidFill>
                  <a:srgbClr val="F0D31B"/>
                </a:solidFill>
                <a:latin typeface="Poppins"/>
                <a:ea typeface="Poppins"/>
                <a:cs typeface="Poppins"/>
                <a:sym typeface="Poppins"/>
              </a:rPr>
              <a:t>4-8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 rate =</a:t>
            </a:r>
            <a:r>
              <a:rPr lang="en-US" sz="1599">
                <a:solidFill>
                  <a:srgbClr val="F0D31B"/>
                </a:solidFill>
                <a:latin typeface="Poppins"/>
                <a:ea typeface="Poppins"/>
                <a:cs typeface="Poppins"/>
                <a:sym typeface="Poppins"/>
              </a:rPr>
              <a:t> 1-1000 e-3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epochs= 100,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= 60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Pred= 1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monitor='loss',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early_stopping,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optimizer=adam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loss= MSE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07603" y="2889713"/>
            <a:ext cx="8256944" cy="5633907"/>
          </a:xfrm>
          <a:custGeom>
            <a:avLst/>
            <a:gdLst/>
            <a:ahLst/>
            <a:cxnLst/>
            <a:rect l="l" t="t" r="r" b="b"/>
            <a:pathLst>
              <a:path w="8256944" h="5633907">
                <a:moveTo>
                  <a:pt x="0" y="0"/>
                </a:moveTo>
                <a:lnTo>
                  <a:pt x="8256944" y="0"/>
                </a:lnTo>
                <a:lnTo>
                  <a:pt x="8256944" y="5633907"/>
                </a:lnTo>
                <a:lnTo>
                  <a:pt x="0" y="5633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10224560" y="3587708"/>
            <a:ext cx="2216234" cy="5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3.0 e-3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24560" y="4101117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84265" y="3578183"/>
            <a:ext cx="164504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248,000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84265" y="4101117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Parameters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48409" y="3578183"/>
            <a:ext cx="164504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43969" y="4101117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4560" y="2362064"/>
            <a:ext cx="6977590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267" y="8456945"/>
            <a:ext cx="7851528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2014                     2015                  2016                  2017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24560" y="7074208"/>
            <a:ext cx="5122157" cy="332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[bitcoin, litecoin 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LSTM </a:t>
            </a:r>
            <a:r>
              <a:rPr lang="en-US" sz="1599">
                <a:solidFill>
                  <a:srgbClr val="F0D31B"/>
                </a:solidFill>
                <a:latin typeface="Poppins"/>
                <a:ea typeface="Poppins"/>
                <a:cs typeface="Poppins"/>
                <a:sym typeface="Poppins"/>
              </a:rPr>
              <a:t>[input, 128]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-&gt; </a:t>
            </a:r>
            <a:r>
              <a:rPr lang="en-US" sz="1599">
                <a:solidFill>
                  <a:srgbClr val="4CF6C1"/>
                </a:solidFill>
                <a:latin typeface="Poppins"/>
                <a:ea typeface="Poppins"/>
                <a:cs typeface="Poppins"/>
                <a:sym typeface="Poppins"/>
              </a:rPr>
              <a:t>repeated 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LSTM[128, 64, 1]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batch_size= 5,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epochs= 30,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= 60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Pred= 5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monitor='loss',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early_stopping,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optimizer=adam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loss= MSE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241750" y="5705750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 b="1">
                <a:solidFill>
                  <a:srgbClr val="5989C5"/>
                </a:solidFill>
                <a:latin typeface="Poppins Bold"/>
                <a:ea typeface="Poppins Bold"/>
                <a:cs typeface="Poppins Bold"/>
                <a:sym typeface="Poppins Bold"/>
              </a:rPr>
              <a:t>Actual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41750" y="3616283"/>
            <a:ext cx="1645045" cy="37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 b="1">
                <a:solidFill>
                  <a:srgbClr val="FF8010"/>
                </a:solidFill>
                <a:latin typeface="Poppins Bold"/>
                <a:ea typeface="Poppins Bold"/>
                <a:cs typeface="Poppins Bold"/>
                <a:sym typeface="Poppins Bold"/>
              </a:rPr>
              <a:t>Pred.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72567" y="668337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81799" y="82073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224560" y="4639161"/>
            <a:ext cx="4651455" cy="2320747"/>
          </a:xfrm>
          <a:custGeom>
            <a:avLst/>
            <a:gdLst/>
            <a:ahLst/>
            <a:cxnLst/>
            <a:rect l="l" t="t" r="r" b="b"/>
            <a:pathLst>
              <a:path w="4651455" h="2320747">
                <a:moveTo>
                  <a:pt x="0" y="0"/>
                </a:moveTo>
                <a:lnTo>
                  <a:pt x="4651456" y="0"/>
                </a:lnTo>
                <a:lnTo>
                  <a:pt x="4651456" y="2320747"/>
                </a:lnTo>
                <a:lnTo>
                  <a:pt x="0" y="2320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407603" y="2889713"/>
            <a:ext cx="7635847" cy="5210118"/>
          </a:xfrm>
          <a:custGeom>
            <a:avLst/>
            <a:gdLst/>
            <a:ahLst/>
            <a:cxnLst/>
            <a:rect l="l" t="t" r="r" b="b"/>
            <a:pathLst>
              <a:path w="7635847" h="5210118">
                <a:moveTo>
                  <a:pt x="0" y="0"/>
                </a:moveTo>
                <a:lnTo>
                  <a:pt x="7635847" y="0"/>
                </a:lnTo>
                <a:lnTo>
                  <a:pt x="7635847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3572567" y="668337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1799" y="82073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105596"/>
            <a:ext cx="7014750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2014                 2015               2016                2017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22752" y="2372187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</a:t>
            </a:r>
          </a:p>
        </p:txBody>
      </p:sp>
      <p:sp>
        <p:nvSpPr>
          <p:cNvPr id="12" name="Freeform 12"/>
          <p:cNvSpPr/>
          <p:nvPr/>
        </p:nvSpPr>
        <p:spPr>
          <a:xfrm>
            <a:off x="8774821" y="2889713"/>
            <a:ext cx="7649239" cy="5210118"/>
          </a:xfrm>
          <a:custGeom>
            <a:avLst/>
            <a:gdLst/>
            <a:ahLst/>
            <a:cxnLst/>
            <a:rect l="l" t="t" r="r" b="b"/>
            <a:pathLst>
              <a:path w="7649239" h="5210118">
                <a:moveTo>
                  <a:pt x="0" y="0"/>
                </a:moveTo>
                <a:lnTo>
                  <a:pt x="7649239" y="0"/>
                </a:lnTo>
                <a:lnTo>
                  <a:pt x="7649239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930"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9643097" y="8105596"/>
            <a:ext cx="1253504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2017       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86118" y="2372187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36EBDDA7-7848-7348-9354-87542B722D1C}"/>
              </a:ext>
            </a:extLst>
          </p:cNvPr>
          <p:cNvSpPr txBox="1"/>
          <p:nvPr/>
        </p:nvSpPr>
        <p:spPr>
          <a:xfrm>
            <a:off x="15666250" y="8076245"/>
            <a:ext cx="1024933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2018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DE7D1-11EC-A350-D017-F4136D41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BFF315-1257-FEFD-2373-3FD81C7DA958}"/>
              </a:ext>
            </a:extLst>
          </p:cNvPr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B521A7-88C3-4647-9CD4-7C01B25DACE7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B358E12-5DD6-2747-759B-7192D6150973}"/>
              </a:ext>
            </a:extLst>
          </p:cNvPr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2E9FF64-82BA-41AD-9EAC-96B63DA90157}"/>
              </a:ext>
            </a:extLst>
          </p:cNvPr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27F2F39-B63C-8168-C75D-7EF4C113943A}"/>
              </a:ext>
            </a:extLst>
          </p:cNvPr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0B9920F-83B7-0943-140E-88E03BBE72D3}"/>
                </a:ext>
              </a:extLst>
            </p:cNvPr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0496338-D728-0DC6-3EF8-5DF85687D88F}"/>
                  </a:ext>
                </a:extLst>
              </p:cNvPr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D00AB1A-F946-B534-C761-D1BE8A0B4CE5}"/>
                </a:ext>
              </a:extLst>
            </p:cNvPr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2E22B2B-F77B-FC88-8FBB-A8EAA487BFC5}"/>
                </a:ext>
              </a:extLst>
            </p:cNvPr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DE2D451-940C-D96E-1DD7-C1E79A40C0F1}"/>
              </a:ext>
            </a:extLst>
          </p:cNvPr>
          <p:cNvSpPr/>
          <p:nvPr/>
        </p:nvSpPr>
        <p:spPr>
          <a:xfrm>
            <a:off x="533400" y="10799083"/>
            <a:ext cx="7635847" cy="5210118"/>
          </a:xfrm>
          <a:custGeom>
            <a:avLst/>
            <a:gdLst/>
            <a:ahLst/>
            <a:cxnLst/>
            <a:rect l="l" t="t" r="r" b="b"/>
            <a:pathLst>
              <a:path w="7635847" h="5210118">
                <a:moveTo>
                  <a:pt x="0" y="0"/>
                </a:moveTo>
                <a:lnTo>
                  <a:pt x="7635847" y="0"/>
                </a:lnTo>
                <a:lnTo>
                  <a:pt x="7635847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6D0F7A4-6AA4-A41C-CCCF-756C8D963D33}"/>
              </a:ext>
            </a:extLst>
          </p:cNvPr>
          <p:cNvSpPr txBox="1"/>
          <p:nvPr/>
        </p:nvSpPr>
        <p:spPr>
          <a:xfrm>
            <a:off x="3572567" y="668337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F07B6A3-2D25-065D-2A6B-09E70BAF87A8}"/>
              </a:ext>
            </a:extLst>
          </p:cNvPr>
          <p:cNvSpPr txBox="1"/>
          <p:nvPr/>
        </p:nvSpPr>
        <p:spPr>
          <a:xfrm>
            <a:off x="5481799" y="82073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EE07B25-7B4C-E656-E858-81A68DAD0A16}"/>
              </a:ext>
            </a:extLst>
          </p:cNvPr>
          <p:cNvSpPr txBox="1"/>
          <p:nvPr/>
        </p:nvSpPr>
        <p:spPr>
          <a:xfrm>
            <a:off x="1154497" y="16014966"/>
            <a:ext cx="7014750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2014                 2015               2016                2017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9E49103-5C8F-FF37-37D8-978EAE19F435}"/>
              </a:ext>
            </a:extLst>
          </p:cNvPr>
          <p:cNvSpPr txBox="1"/>
          <p:nvPr/>
        </p:nvSpPr>
        <p:spPr>
          <a:xfrm>
            <a:off x="4148549" y="10281557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F74D174-AC3E-C568-AC26-7175633F508F}"/>
              </a:ext>
            </a:extLst>
          </p:cNvPr>
          <p:cNvSpPr/>
          <p:nvPr/>
        </p:nvSpPr>
        <p:spPr>
          <a:xfrm>
            <a:off x="4024181" y="0"/>
            <a:ext cx="14263819" cy="9715500"/>
          </a:xfrm>
          <a:custGeom>
            <a:avLst/>
            <a:gdLst/>
            <a:ahLst/>
            <a:cxnLst/>
            <a:rect l="l" t="t" r="r" b="b"/>
            <a:pathLst>
              <a:path w="7649239" h="5210118">
                <a:moveTo>
                  <a:pt x="0" y="0"/>
                </a:moveTo>
                <a:lnTo>
                  <a:pt x="7649239" y="0"/>
                </a:lnTo>
                <a:lnTo>
                  <a:pt x="7649239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930"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136984-BA95-F0A9-8FEF-283A75E70CD4}"/>
              </a:ext>
            </a:extLst>
          </p:cNvPr>
          <p:cNvSpPr txBox="1"/>
          <p:nvPr/>
        </p:nvSpPr>
        <p:spPr>
          <a:xfrm>
            <a:off x="5795970" y="9715500"/>
            <a:ext cx="1253504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2017        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839D16C-39A0-943B-A724-C8AF4907DBEF}"/>
              </a:ext>
            </a:extLst>
          </p:cNvPr>
          <p:cNvSpPr txBox="1"/>
          <p:nvPr/>
        </p:nvSpPr>
        <p:spPr>
          <a:xfrm>
            <a:off x="12002871" y="-441326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D4450007-CA31-7D9B-39BC-5338B510E87F}"/>
              </a:ext>
            </a:extLst>
          </p:cNvPr>
          <p:cNvSpPr txBox="1"/>
          <p:nvPr/>
        </p:nvSpPr>
        <p:spPr>
          <a:xfrm>
            <a:off x="17068800" y="9750660"/>
            <a:ext cx="1024933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2018</a:t>
            </a:r>
          </a:p>
        </p:txBody>
      </p:sp>
    </p:spTree>
    <p:extLst>
      <p:ext uri="{BB962C8B-B14F-4D97-AF65-F5344CB8AC3E}">
        <p14:creationId xmlns:p14="http://schemas.microsoft.com/office/powerpoint/2010/main" val="2437792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566AD-0BD7-6EEA-4012-270D18CD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0A224AF-869D-0BA8-E293-9541B4F79C8E}"/>
              </a:ext>
            </a:extLst>
          </p:cNvPr>
          <p:cNvGrpSpPr/>
          <p:nvPr/>
        </p:nvGrpSpPr>
        <p:grpSpPr>
          <a:xfrm>
            <a:off x="4024181" y="0"/>
            <a:ext cx="14263819" cy="9715500"/>
            <a:chOff x="4024181" y="0"/>
            <a:chExt cx="14263819" cy="9715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DBC57D6-39F9-5A52-8D03-61DCBB87105C}"/>
                </a:ext>
              </a:extLst>
            </p:cNvPr>
            <p:cNvSpPr/>
            <p:nvPr/>
          </p:nvSpPr>
          <p:spPr>
            <a:xfrm>
              <a:off x="4024181" y="0"/>
              <a:ext cx="14263819" cy="9715500"/>
            </a:xfrm>
            <a:custGeom>
              <a:avLst/>
              <a:gdLst/>
              <a:ahLst/>
              <a:cxnLst/>
              <a:rect l="l" t="t" r="r" b="b"/>
              <a:pathLst>
                <a:path w="7649239" h="5210118">
                  <a:moveTo>
                    <a:pt x="0" y="0"/>
                  </a:moveTo>
                  <a:lnTo>
                    <a:pt x="7649239" y="0"/>
                  </a:lnTo>
                  <a:lnTo>
                    <a:pt x="7649239" y="5210118"/>
                  </a:lnTo>
                  <a:lnTo>
                    <a:pt x="0" y="5210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930" b="-6376"/>
              </a:stretch>
            </a:blipFill>
          </p:spPr>
          <p:txBody>
            <a:bodyPr/>
            <a:lstStyle/>
            <a:p>
              <a:endParaRPr lang="en-CA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601CD7-92A2-EF39-66E3-18238C8BD70A}"/>
                    </a:ext>
                  </a:extLst>
                </p14:cNvPr>
                <p14:cNvContentPartPr/>
                <p14:nvPr/>
              </p14:nvContentPartPr>
              <p14:xfrm>
                <a:off x="8148488" y="8791515"/>
                <a:ext cx="2348280" cy="262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601CD7-92A2-EF39-66E3-18238C8BD70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85488" y="8728515"/>
                  <a:ext cx="24739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9A0162-BE05-16B9-CD5B-B2AAF987612B}"/>
                    </a:ext>
                  </a:extLst>
                </p14:cNvPr>
                <p14:cNvContentPartPr/>
                <p14:nvPr/>
              </p14:nvContentPartPr>
              <p14:xfrm>
                <a:off x="7378808" y="9048555"/>
                <a:ext cx="669960" cy="42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9A0162-BE05-16B9-CD5B-B2AAF98761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5808" y="8985915"/>
                  <a:ext cx="7956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EB7A33-F8B8-D886-EFD1-74F38FCC4FC4}"/>
                    </a:ext>
                  </a:extLst>
                </p14:cNvPr>
                <p14:cNvContentPartPr/>
                <p14:nvPr/>
              </p14:nvContentPartPr>
              <p14:xfrm>
                <a:off x="6186128" y="9076995"/>
                <a:ext cx="1076760" cy="24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EB7A33-F8B8-D886-EFD1-74F38FCC4F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23128" y="9013995"/>
                  <a:ext cx="1202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2525324-8E6A-78AA-C69D-ADBE5A29063A}"/>
                    </a:ext>
                  </a:extLst>
                </p14:cNvPr>
                <p14:cNvContentPartPr/>
                <p14:nvPr/>
              </p14:nvContentPartPr>
              <p14:xfrm>
                <a:off x="10521968" y="8667675"/>
                <a:ext cx="18000" cy="13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2525324-8E6A-78AA-C69D-ADBE5A29063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58968" y="8604675"/>
                  <a:ext cx="1436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A0E13AD0-084C-4B67-300B-545867C189A5}"/>
              </a:ext>
            </a:extLst>
          </p:cNvPr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36522FA-7A9B-820B-D20A-31134FFAC9CE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4F17D7B-1BBA-6145-A983-BB973013EC6F}"/>
              </a:ext>
            </a:extLst>
          </p:cNvPr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206E914-F3F8-20A8-99E6-F893741001DD}"/>
              </a:ext>
            </a:extLst>
          </p:cNvPr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8A5DCEB-169A-A279-35B8-82D14DFB3358}"/>
              </a:ext>
            </a:extLst>
          </p:cNvPr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45B99CD-1E9C-A5DF-B601-AD5912FC18C8}"/>
                </a:ext>
              </a:extLst>
            </p:cNvPr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9A637A4-0447-6866-1D7D-FDA3D4047CC6}"/>
                  </a:ext>
                </a:extLst>
              </p:cNvPr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2C798E9-B6E7-9893-8EE2-FB1D2F6D1E38}"/>
                </a:ext>
              </a:extLst>
            </p:cNvPr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AD4A339-DB05-AC0D-BDE8-E54A9C38AC49}"/>
                </a:ext>
              </a:extLst>
            </p:cNvPr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DED2D9E-CEAF-40CB-4605-2A33863C0050}"/>
              </a:ext>
            </a:extLst>
          </p:cNvPr>
          <p:cNvSpPr/>
          <p:nvPr/>
        </p:nvSpPr>
        <p:spPr>
          <a:xfrm>
            <a:off x="533400" y="10799083"/>
            <a:ext cx="7635847" cy="5210118"/>
          </a:xfrm>
          <a:custGeom>
            <a:avLst/>
            <a:gdLst/>
            <a:ahLst/>
            <a:cxnLst/>
            <a:rect l="l" t="t" r="r" b="b"/>
            <a:pathLst>
              <a:path w="7635847" h="5210118">
                <a:moveTo>
                  <a:pt x="0" y="0"/>
                </a:moveTo>
                <a:lnTo>
                  <a:pt x="7635847" y="0"/>
                </a:lnTo>
                <a:lnTo>
                  <a:pt x="7635847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14C247C-6826-0C3B-6B94-76866B09001A}"/>
              </a:ext>
            </a:extLst>
          </p:cNvPr>
          <p:cNvSpPr txBox="1"/>
          <p:nvPr/>
        </p:nvSpPr>
        <p:spPr>
          <a:xfrm>
            <a:off x="3572567" y="668337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144EC6E-7D26-4B31-D027-D118C8925C5C}"/>
              </a:ext>
            </a:extLst>
          </p:cNvPr>
          <p:cNvSpPr txBox="1"/>
          <p:nvPr/>
        </p:nvSpPr>
        <p:spPr>
          <a:xfrm>
            <a:off x="5481799" y="82073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39A600F-C896-6F5B-4278-65EABF40189D}"/>
              </a:ext>
            </a:extLst>
          </p:cNvPr>
          <p:cNvSpPr txBox="1"/>
          <p:nvPr/>
        </p:nvSpPr>
        <p:spPr>
          <a:xfrm>
            <a:off x="1154497" y="16014966"/>
            <a:ext cx="7014750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2014                 2015               2016                2017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E3F8729-CA74-0C71-8590-229C4F2E985D}"/>
              </a:ext>
            </a:extLst>
          </p:cNvPr>
          <p:cNvSpPr txBox="1"/>
          <p:nvPr/>
        </p:nvSpPr>
        <p:spPr>
          <a:xfrm>
            <a:off x="4148549" y="10281557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456D77B-25B3-C927-EF37-A18810DF810C}"/>
              </a:ext>
            </a:extLst>
          </p:cNvPr>
          <p:cNvSpPr txBox="1"/>
          <p:nvPr/>
        </p:nvSpPr>
        <p:spPr>
          <a:xfrm>
            <a:off x="5795970" y="9715500"/>
            <a:ext cx="1253504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2017        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C6EA158-7830-9E8A-6870-AAD0ABC32BA3}"/>
              </a:ext>
            </a:extLst>
          </p:cNvPr>
          <p:cNvSpPr txBox="1"/>
          <p:nvPr/>
        </p:nvSpPr>
        <p:spPr>
          <a:xfrm>
            <a:off x="12002871" y="-441326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5CFC32C0-DB15-B869-051A-A0D51348A0D1}"/>
              </a:ext>
            </a:extLst>
          </p:cNvPr>
          <p:cNvSpPr txBox="1"/>
          <p:nvPr/>
        </p:nvSpPr>
        <p:spPr>
          <a:xfrm>
            <a:off x="17068800" y="9750660"/>
            <a:ext cx="1024933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2018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8DE49F-DF57-C63A-14BC-D3ECD1D9F171}"/>
              </a:ext>
            </a:extLst>
          </p:cNvPr>
          <p:cNvSpPr/>
          <p:nvPr/>
        </p:nvSpPr>
        <p:spPr>
          <a:xfrm>
            <a:off x="10600062" y="574094"/>
            <a:ext cx="7078338" cy="8684206"/>
          </a:xfrm>
          <a:prstGeom prst="rect">
            <a:avLst/>
          </a:prstGeom>
          <a:solidFill>
            <a:srgbClr val="FFFFFF">
              <a:alpha val="9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E20028E-A59F-281F-6ED0-C1610B90AC39}"/>
                  </a:ext>
                </a:extLst>
              </p14:cNvPr>
              <p14:cNvContentPartPr/>
              <p14:nvPr/>
            </p14:nvContentPartPr>
            <p14:xfrm>
              <a:off x="8450888" y="8166555"/>
              <a:ext cx="2131560" cy="62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E20028E-A59F-281F-6ED0-C1610B90AC3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32888" y="8148555"/>
                <a:ext cx="2167200" cy="66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F353279-45D1-BE4A-72D8-3417964B6B76}"/>
              </a:ext>
            </a:extLst>
          </p:cNvPr>
          <p:cNvGrpSpPr/>
          <p:nvPr/>
        </p:nvGrpSpPr>
        <p:grpSpPr>
          <a:xfrm>
            <a:off x="10643835" y="8762865"/>
            <a:ext cx="257760" cy="19440"/>
            <a:chOff x="10643835" y="8762865"/>
            <a:chExt cx="257760" cy="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00010D-2F75-554A-77F9-70A99C95F06A}"/>
                    </a:ext>
                  </a:extLst>
                </p14:cNvPr>
                <p14:cNvContentPartPr/>
                <p14:nvPr/>
              </p14:nvContentPartPr>
              <p14:xfrm>
                <a:off x="10643835" y="8781945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00010D-2F75-554A-77F9-70A99C95F0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08195" y="87459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95DDFA-D793-287B-34F0-7A5F9F96C68E}"/>
                    </a:ext>
                  </a:extLst>
                </p14:cNvPr>
                <p14:cNvContentPartPr/>
                <p14:nvPr/>
              </p14:nvContentPartPr>
              <p14:xfrm>
                <a:off x="10720155" y="8781945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95DDFA-D793-287B-34F0-7A5F9F96C6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84155" y="87459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DABB2C-9962-E032-D437-2320E03B736B}"/>
                    </a:ext>
                  </a:extLst>
                </p14:cNvPr>
                <p14:cNvContentPartPr/>
                <p14:nvPr/>
              </p14:nvContentPartPr>
              <p14:xfrm>
                <a:off x="10782075" y="8781945"/>
                <a:ext cx="108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DABB2C-9962-E032-D437-2320E03B73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46075" y="8745945"/>
                  <a:ext cx="72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5B2639-7FD3-FBEC-96B4-DF19CB57931D}"/>
                    </a:ext>
                  </a:extLst>
                </p14:cNvPr>
                <p14:cNvContentPartPr/>
                <p14:nvPr/>
              </p14:nvContentPartPr>
              <p14:xfrm>
                <a:off x="10848675" y="8772225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5B2639-7FD3-FBEC-96B4-DF19CB5793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13035" y="873658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F85A3E-A937-521A-BBD8-AAEDD523188E}"/>
                    </a:ext>
                  </a:extLst>
                </p14:cNvPr>
                <p14:cNvContentPartPr/>
                <p14:nvPr/>
              </p14:nvContentPartPr>
              <p14:xfrm>
                <a:off x="10901235" y="8762865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F85A3E-A937-521A-BBD8-AAEDD52318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65235" y="872686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EF37B18-8CA1-4D5C-6D49-4C7554C2A4ED}"/>
              </a:ext>
            </a:extLst>
          </p:cNvPr>
          <p:cNvGrpSpPr/>
          <p:nvPr/>
        </p:nvGrpSpPr>
        <p:grpSpPr>
          <a:xfrm>
            <a:off x="10629795" y="8310525"/>
            <a:ext cx="257400" cy="52560"/>
            <a:chOff x="10629795" y="8310525"/>
            <a:chExt cx="25740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DF4C018-DF21-41F2-769B-706F802A65BB}"/>
                    </a:ext>
                  </a:extLst>
                </p14:cNvPr>
                <p14:cNvContentPartPr/>
                <p14:nvPr/>
              </p14:nvContentPartPr>
              <p14:xfrm>
                <a:off x="10886835" y="8319885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DF4C018-DF21-41F2-769B-706F802A65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50835" y="82842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B1C1856-23B5-F67B-9380-6D585E6F72DB}"/>
                    </a:ext>
                  </a:extLst>
                </p14:cNvPr>
                <p14:cNvContentPartPr/>
                <p14:nvPr/>
              </p14:nvContentPartPr>
              <p14:xfrm>
                <a:off x="10814475" y="8310525"/>
                <a:ext cx="108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B1C1856-23B5-F67B-9380-6D585E6F72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78835" y="8274525"/>
                  <a:ext cx="72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F12D55-0925-E6FD-F0B7-42EF65421997}"/>
                    </a:ext>
                  </a:extLst>
                </p14:cNvPr>
                <p14:cNvContentPartPr/>
                <p14:nvPr/>
              </p14:nvContentPartPr>
              <p14:xfrm>
                <a:off x="10748595" y="8310525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F12D55-0925-E6FD-F0B7-42EF654219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12955" y="827452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D5EB9B-9ACD-815E-335F-41EAC1E61952}"/>
                    </a:ext>
                  </a:extLst>
                </p14:cNvPr>
                <p14:cNvContentPartPr/>
                <p14:nvPr/>
              </p14:nvContentPartPr>
              <p14:xfrm>
                <a:off x="10686675" y="8362725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D5EB9B-9ACD-815E-335F-41EAC1E619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51035" y="832708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6F751F7-572F-57C8-B7F5-BF7EBC2439BD}"/>
                    </a:ext>
                  </a:extLst>
                </p14:cNvPr>
                <p14:cNvContentPartPr/>
                <p14:nvPr/>
              </p14:nvContentPartPr>
              <p14:xfrm>
                <a:off x="10629795" y="8338965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6F751F7-572F-57C8-B7F5-BF7EBC2439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3795" y="830296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A65198-8A23-83FC-46AD-FD82648F5723}"/>
              </a:ext>
            </a:extLst>
          </p:cNvPr>
          <p:cNvCxnSpPr>
            <a:cxnSpLocks/>
          </p:cNvCxnSpPr>
          <p:nvPr/>
        </p:nvCxnSpPr>
        <p:spPr>
          <a:xfrm>
            <a:off x="10591800" y="8319885"/>
            <a:ext cx="0" cy="1158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59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45679E-6 L 0.01944 -0.00046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2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A22D8-16DE-C9E2-BDEE-F65A651B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3B3CD55-0460-C805-9EBB-A8E7129C877E}"/>
              </a:ext>
            </a:extLst>
          </p:cNvPr>
          <p:cNvGrpSpPr/>
          <p:nvPr/>
        </p:nvGrpSpPr>
        <p:grpSpPr>
          <a:xfrm>
            <a:off x="4024181" y="0"/>
            <a:ext cx="14263819" cy="9715500"/>
            <a:chOff x="4024181" y="0"/>
            <a:chExt cx="14263819" cy="9715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FD04E31-9572-1AE4-7052-07D7B4F6FDB3}"/>
                </a:ext>
              </a:extLst>
            </p:cNvPr>
            <p:cNvGrpSpPr/>
            <p:nvPr/>
          </p:nvGrpSpPr>
          <p:grpSpPr>
            <a:xfrm>
              <a:off x="4024181" y="0"/>
              <a:ext cx="14263819" cy="9715500"/>
              <a:chOff x="4024181" y="0"/>
              <a:chExt cx="14263819" cy="97155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3CE6FDA3-4823-A2A8-CF46-6446506207AE}"/>
                  </a:ext>
                </a:extLst>
              </p:cNvPr>
              <p:cNvSpPr/>
              <p:nvPr/>
            </p:nvSpPr>
            <p:spPr>
              <a:xfrm>
                <a:off x="4024181" y="0"/>
                <a:ext cx="14263819" cy="9715500"/>
              </a:xfrm>
              <a:custGeom>
                <a:avLst/>
                <a:gdLst/>
                <a:ahLst/>
                <a:cxnLst/>
                <a:rect l="l" t="t" r="r" b="b"/>
                <a:pathLst>
                  <a:path w="7649239" h="5210118">
                    <a:moveTo>
                      <a:pt x="0" y="0"/>
                    </a:moveTo>
                    <a:lnTo>
                      <a:pt x="7649239" y="0"/>
                    </a:lnTo>
                    <a:lnTo>
                      <a:pt x="7649239" y="5210118"/>
                    </a:lnTo>
                    <a:lnTo>
                      <a:pt x="0" y="521011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-1930" b="-6376"/>
                </a:stretch>
              </a:blipFill>
            </p:spPr>
            <p:txBody>
              <a:bodyPr/>
              <a:lstStyle/>
              <a:p>
                <a:endParaRPr lang="en-CA"/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697CC308-6819-FBE6-088A-F5E60D85C54A}"/>
                      </a:ext>
                    </a:extLst>
                  </p14:cNvPr>
                  <p14:cNvContentPartPr/>
                  <p14:nvPr/>
                </p14:nvContentPartPr>
                <p14:xfrm>
                  <a:off x="8148488" y="8791515"/>
                  <a:ext cx="2348280" cy="26244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697CC308-6819-FBE6-088A-F5E60D85C54A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085488" y="8728515"/>
                    <a:ext cx="2473920" cy="38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810ABF9C-5524-1861-5A77-02981507E675}"/>
                      </a:ext>
                    </a:extLst>
                  </p14:cNvPr>
                  <p14:cNvContentPartPr/>
                  <p14:nvPr/>
                </p14:nvContentPartPr>
                <p14:xfrm>
                  <a:off x="7378808" y="9048555"/>
                  <a:ext cx="669960" cy="4284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810ABF9C-5524-1861-5A77-02981507E67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315808" y="8985555"/>
                    <a:ext cx="795600" cy="168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E93062C4-7760-22B8-3716-D7C90302AFB5}"/>
                      </a:ext>
                    </a:extLst>
                  </p14:cNvPr>
                  <p14:cNvContentPartPr/>
                  <p14:nvPr/>
                </p14:nvContentPartPr>
                <p14:xfrm>
                  <a:off x="6186128" y="9076995"/>
                  <a:ext cx="1076760" cy="24480"/>
                </p14:xfrm>
              </p:contentPart>
            </mc:Choice>
            <mc:Fallback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E93062C4-7760-22B8-3716-D7C90302AFB5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123128" y="9013995"/>
                    <a:ext cx="1202400" cy="150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7EE9CB63-9AA9-32EA-29CF-A2CD1A4B0EB7}"/>
                      </a:ext>
                    </a:extLst>
                  </p14:cNvPr>
                  <p14:cNvContentPartPr/>
                  <p14:nvPr/>
                </p14:nvContentPartPr>
                <p14:xfrm>
                  <a:off x="10521968" y="8667675"/>
                  <a:ext cx="18000" cy="130680"/>
                </p14:xfrm>
              </p:contentPart>
            </mc:Choice>
            <mc:Fallback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7EE9CB63-9AA9-32EA-29CF-A2CD1A4B0EB7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458968" y="8604675"/>
                    <a:ext cx="143640" cy="2563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CF92F74-F78D-4182-532D-25FD6A25A52D}"/>
                </a:ext>
              </a:extLst>
            </p:cNvPr>
            <p:cNvGrpSpPr/>
            <p:nvPr/>
          </p:nvGrpSpPr>
          <p:grpSpPr>
            <a:xfrm>
              <a:off x="10637160" y="8449620"/>
              <a:ext cx="2170800" cy="367200"/>
              <a:chOff x="10637160" y="8449620"/>
              <a:chExt cx="2170800" cy="3672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8305AF5D-CB0D-C9E9-60E5-4C6B985BA8C4}"/>
                      </a:ext>
                    </a:extLst>
                  </p14:cNvPr>
                  <p14:cNvContentPartPr/>
                  <p14:nvPr/>
                </p14:nvContentPartPr>
                <p14:xfrm>
                  <a:off x="10637160" y="8449620"/>
                  <a:ext cx="2170800" cy="367200"/>
                </p14:xfrm>
              </p:contentPart>
            </mc:Choice>
            <mc:Fallback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8305AF5D-CB0D-C9E9-60E5-4C6B985BA8C4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574520" y="8386620"/>
                    <a:ext cx="2296440" cy="492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15CF7A3D-F749-3FA2-D0B3-9E53CBBF729C}"/>
                      </a:ext>
                    </a:extLst>
                  </p14:cNvPr>
                  <p14:cNvContentPartPr/>
                  <p14:nvPr/>
                </p14:nvContentPartPr>
                <p14:xfrm>
                  <a:off x="12093000" y="8656980"/>
                  <a:ext cx="250560" cy="75960"/>
                </p14:xfrm>
              </p:contentPart>
            </mc:Choice>
            <mc:Fallback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15CF7A3D-F749-3FA2-D0B3-9E53CBBF729C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2030000" y="8593980"/>
                    <a:ext cx="376200" cy="2016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837CBC43-F839-A65B-0932-8BEB480E7C01}"/>
              </a:ext>
            </a:extLst>
          </p:cNvPr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0E16476-B7CD-3CCA-21BB-04BF38EA5A0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DB5CDEF4-FFBE-974D-FB22-BD7FBFE05887}"/>
              </a:ext>
            </a:extLst>
          </p:cNvPr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9EB1BAC-1D49-584B-EC43-B44B187AF07D}"/>
              </a:ext>
            </a:extLst>
          </p:cNvPr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8F9EDEF-23BF-9FDB-0615-59ADB45A36FB}"/>
              </a:ext>
            </a:extLst>
          </p:cNvPr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3A95168-DCDE-3542-A619-22AF0B74A405}"/>
                </a:ext>
              </a:extLst>
            </p:cNvPr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FE1F073-A0FB-7FE1-2217-7E57C22B5C5B}"/>
                  </a:ext>
                </a:extLst>
              </p:cNvPr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8C3EFE7-AE96-3466-048C-90FDA100091C}"/>
                </a:ext>
              </a:extLst>
            </p:cNvPr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AADB85D-ECE3-B508-7531-DB5276C8A906}"/>
                </a:ext>
              </a:extLst>
            </p:cNvPr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10881B8-FBE7-7F41-3FA9-847435E80DC5}"/>
              </a:ext>
            </a:extLst>
          </p:cNvPr>
          <p:cNvSpPr/>
          <p:nvPr/>
        </p:nvSpPr>
        <p:spPr>
          <a:xfrm>
            <a:off x="533400" y="10799083"/>
            <a:ext cx="7635847" cy="5210118"/>
          </a:xfrm>
          <a:custGeom>
            <a:avLst/>
            <a:gdLst/>
            <a:ahLst/>
            <a:cxnLst/>
            <a:rect l="l" t="t" r="r" b="b"/>
            <a:pathLst>
              <a:path w="7635847" h="5210118">
                <a:moveTo>
                  <a:pt x="0" y="0"/>
                </a:moveTo>
                <a:lnTo>
                  <a:pt x="7635847" y="0"/>
                </a:lnTo>
                <a:lnTo>
                  <a:pt x="7635847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7C5A7C-2837-A0C1-FFAD-24CDD990BC4C}"/>
              </a:ext>
            </a:extLst>
          </p:cNvPr>
          <p:cNvSpPr txBox="1"/>
          <p:nvPr/>
        </p:nvSpPr>
        <p:spPr>
          <a:xfrm>
            <a:off x="3572567" y="668337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19C734E-7145-7D00-B257-A3D7A97CDF82}"/>
              </a:ext>
            </a:extLst>
          </p:cNvPr>
          <p:cNvSpPr txBox="1"/>
          <p:nvPr/>
        </p:nvSpPr>
        <p:spPr>
          <a:xfrm>
            <a:off x="5481799" y="82073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F3863A7-A433-86B4-EF9C-49122D0DF797}"/>
              </a:ext>
            </a:extLst>
          </p:cNvPr>
          <p:cNvSpPr txBox="1"/>
          <p:nvPr/>
        </p:nvSpPr>
        <p:spPr>
          <a:xfrm>
            <a:off x="1154497" y="16014966"/>
            <a:ext cx="7014750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2014                 2015               2016                2017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9B40403-BF48-446C-2C07-C9ACC009CB39}"/>
              </a:ext>
            </a:extLst>
          </p:cNvPr>
          <p:cNvSpPr txBox="1"/>
          <p:nvPr/>
        </p:nvSpPr>
        <p:spPr>
          <a:xfrm>
            <a:off x="4148549" y="10281557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01FA85B-EE7F-737B-57F1-8F58A81DB0A9}"/>
              </a:ext>
            </a:extLst>
          </p:cNvPr>
          <p:cNvSpPr txBox="1"/>
          <p:nvPr/>
        </p:nvSpPr>
        <p:spPr>
          <a:xfrm>
            <a:off x="5795970" y="9715500"/>
            <a:ext cx="1253504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2017        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135F195-B3AA-B0AB-0BFB-ECD43852A3A4}"/>
              </a:ext>
            </a:extLst>
          </p:cNvPr>
          <p:cNvSpPr txBox="1"/>
          <p:nvPr/>
        </p:nvSpPr>
        <p:spPr>
          <a:xfrm>
            <a:off x="12002871" y="-441326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E6713A1F-65CD-88B7-69EA-A4761FD2962F}"/>
              </a:ext>
            </a:extLst>
          </p:cNvPr>
          <p:cNvSpPr txBox="1"/>
          <p:nvPr/>
        </p:nvSpPr>
        <p:spPr>
          <a:xfrm>
            <a:off x="17068800" y="9750660"/>
            <a:ext cx="1024933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2018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BE46D6-5510-D68F-5988-18361878E87B}"/>
              </a:ext>
            </a:extLst>
          </p:cNvPr>
          <p:cNvSpPr/>
          <p:nvPr/>
        </p:nvSpPr>
        <p:spPr>
          <a:xfrm>
            <a:off x="12917632" y="574094"/>
            <a:ext cx="4760768" cy="8684206"/>
          </a:xfrm>
          <a:prstGeom prst="rect">
            <a:avLst/>
          </a:prstGeom>
          <a:solidFill>
            <a:srgbClr val="FFFFFF">
              <a:alpha val="9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0216DB-FC23-0E9B-3A67-62E4F01104ED}"/>
              </a:ext>
            </a:extLst>
          </p:cNvPr>
          <p:cNvGrpSpPr/>
          <p:nvPr/>
        </p:nvGrpSpPr>
        <p:grpSpPr>
          <a:xfrm>
            <a:off x="13014820" y="8229240"/>
            <a:ext cx="243980" cy="77766"/>
            <a:chOff x="10643835" y="8704539"/>
            <a:chExt cx="243980" cy="7776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CC0285D-FA68-1B6E-9704-5D425E8D8DF1}"/>
                    </a:ext>
                  </a:extLst>
                </p14:cNvPr>
                <p14:cNvContentPartPr/>
                <p14:nvPr/>
              </p14:nvContentPartPr>
              <p14:xfrm>
                <a:off x="10643835" y="8781945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CC0285D-FA68-1B6E-9704-5D425E8D8D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07835" y="87459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5AAD8A-98BB-644E-E875-AE15711F890D}"/>
                    </a:ext>
                  </a:extLst>
                </p14:cNvPr>
                <p14:cNvContentPartPr/>
                <p14:nvPr/>
              </p14:nvContentPartPr>
              <p14:xfrm>
                <a:off x="10700214" y="8744036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5AAD8A-98BB-644E-E875-AE15711F89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64214" y="870803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E6B46A-4893-6BED-8754-5E30F3865289}"/>
                    </a:ext>
                  </a:extLst>
                </p14:cNvPr>
                <p14:cNvContentPartPr/>
                <p14:nvPr/>
              </p14:nvContentPartPr>
              <p14:xfrm>
                <a:off x="10744314" y="8751063"/>
                <a:ext cx="108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E6B46A-4893-6BED-8754-5E30F38652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717314" y="8715063"/>
                  <a:ext cx="5481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C8771F-1349-41C3-95F6-43469A776C28}"/>
                    </a:ext>
                  </a:extLst>
                </p14:cNvPr>
                <p14:cNvContentPartPr/>
                <p14:nvPr/>
              </p14:nvContentPartPr>
              <p14:xfrm>
                <a:off x="10810800" y="8743676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C8771F-1349-41C3-95F6-43469A776C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74800" y="870767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C1A7AC-2937-C6FB-9443-AD6EB33CC6DB}"/>
                    </a:ext>
                  </a:extLst>
                </p14:cNvPr>
                <p14:cNvContentPartPr/>
                <p14:nvPr/>
              </p14:nvContentPartPr>
              <p14:xfrm>
                <a:off x="10887455" y="8704539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C1A7AC-2937-C6FB-9443-AD6EB33CC6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51455" y="866853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CF51C2-BD08-50C2-2F4B-AE506D23B569}"/>
                  </a:ext>
                </a:extLst>
              </p14:cNvPr>
              <p14:cNvContentPartPr/>
              <p14:nvPr/>
            </p14:nvContentPartPr>
            <p14:xfrm>
              <a:off x="10820040" y="7413900"/>
              <a:ext cx="2073240" cy="1168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CF51C2-BD08-50C2-2F4B-AE506D23B5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784040" y="7378260"/>
                <a:ext cx="2144880" cy="1240200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586C92-E1F8-BDC3-3F36-3AB0528187DE}"/>
              </a:ext>
            </a:extLst>
          </p:cNvPr>
          <p:cNvCxnSpPr>
            <a:cxnSpLocks/>
          </p:cNvCxnSpPr>
          <p:nvPr/>
        </p:nvCxnSpPr>
        <p:spPr>
          <a:xfrm>
            <a:off x="12954000" y="7404810"/>
            <a:ext cx="0" cy="2073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F07FA7-439E-1953-C0CC-CC119890D2FC}"/>
              </a:ext>
            </a:extLst>
          </p:cNvPr>
          <p:cNvGrpSpPr/>
          <p:nvPr/>
        </p:nvGrpSpPr>
        <p:grpSpPr>
          <a:xfrm>
            <a:off x="12957060" y="7264225"/>
            <a:ext cx="267120" cy="325440"/>
            <a:chOff x="12957060" y="7264225"/>
            <a:chExt cx="26712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1A18C3D-4549-B94B-980C-547049904ADF}"/>
                    </a:ext>
                  </a:extLst>
                </p14:cNvPr>
                <p14:cNvContentPartPr/>
                <p14:nvPr/>
              </p14:nvContentPartPr>
              <p14:xfrm>
                <a:off x="12957060" y="7381585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1A18C3D-4549-B94B-980C-547049904A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21060" y="73459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6804B9-07E5-76B7-1462-AFE89B37C9C2}"/>
                    </a:ext>
                  </a:extLst>
                </p14:cNvPr>
                <p14:cNvContentPartPr/>
                <p14:nvPr/>
              </p14:nvContentPartPr>
              <p14:xfrm>
                <a:off x="12982260" y="7311745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6804B9-07E5-76B7-1462-AFE89B37C9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46620" y="72761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3F307D-9619-8F71-B3E1-E446F26E91CD}"/>
                    </a:ext>
                  </a:extLst>
                </p14:cNvPr>
                <p14:cNvContentPartPr/>
                <p14:nvPr/>
              </p14:nvContentPartPr>
              <p14:xfrm>
                <a:off x="13001340" y="7264225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3F307D-9619-8F71-B3E1-E446F26E91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65700" y="722858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E2F739-5D9F-015E-4FF0-CA0629DCF1DB}"/>
                    </a:ext>
                  </a:extLst>
                </p14:cNvPr>
                <p14:cNvContentPartPr/>
                <p14:nvPr/>
              </p14:nvContentPartPr>
              <p14:xfrm>
                <a:off x="13039500" y="7327585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E2F739-5D9F-015E-4FF0-CA0629DCF1D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003860" y="72919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4312C7-2332-5D27-0346-D7EE2D80A729}"/>
                    </a:ext>
                  </a:extLst>
                </p14:cNvPr>
                <p14:cNvContentPartPr/>
                <p14:nvPr/>
              </p14:nvContentPartPr>
              <p14:xfrm>
                <a:off x="13058580" y="7391305"/>
                <a:ext cx="3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4312C7-2332-5D27-0346-D7EE2D80A7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022940" y="73553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AD617D-F9E0-34D9-C62D-A493A5A58DBD}"/>
                    </a:ext>
                  </a:extLst>
                </p14:cNvPr>
                <p14:cNvContentPartPr/>
                <p14:nvPr/>
              </p14:nvContentPartPr>
              <p14:xfrm>
                <a:off x="13067940" y="7454665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AD617D-F9E0-34D9-C62D-A493A5A58D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032300" y="741902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3E6984-68CE-BF09-D810-F24135F433BA}"/>
                    </a:ext>
                  </a:extLst>
                </p14:cNvPr>
                <p14:cNvContentPartPr/>
                <p14:nvPr/>
              </p14:nvContentPartPr>
              <p14:xfrm>
                <a:off x="13087020" y="7518385"/>
                <a:ext cx="2160" cy="2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3E6984-68CE-BF09-D810-F24135F433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051380" y="7482385"/>
                  <a:ext cx="73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015F1F-242D-DCDD-6058-4069F562D2BF}"/>
                    </a:ext>
                  </a:extLst>
                </p14:cNvPr>
                <p14:cNvContentPartPr/>
                <p14:nvPr/>
              </p14:nvContentPartPr>
              <p14:xfrm>
                <a:off x="13106100" y="7588225"/>
                <a:ext cx="720" cy="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015F1F-242D-DCDD-6058-4069F562D2B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070460" y="7552225"/>
                  <a:ext cx="72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8AB0DF-CCE8-1FAC-3443-D5ED066D9C9C}"/>
                    </a:ext>
                  </a:extLst>
                </p14:cNvPr>
                <p14:cNvContentPartPr/>
                <p14:nvPr/>
              </p14:nvContentPartPr>
              <p14:xfrm>
                <a:off x="13156860" y="7537105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8AB0DF-CCE8-1FAC-3443-D5ED066D9C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121220" y="750146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AC160B0-21AE-D76A-9A80-0849DB696B9A}"/>
                    </a:ext>
                  </a:extLst>
                </p14:cNvPr>
                <p14:cNvContentPartPr/>
                <p14:nvPr/>
              </p14:nvContentPartPr>
              <p14:xfrm>
                <a:off x="13172700" y="7467985"/>
                <a:ext cx="3600" cy="2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AC160B0-21AE-D76A-9A80-0849DB696B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37060" y="7432345"/>
                  <a:ext cx="75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16CC9FD-0362-7B78-1C62-93863D3E755E}"/>
                    </a:ext>
                  </a:extLst>
                </p14:cNvPr>
                <p14:cNvContentPartPr/>
                <p14:nvPr/>
              </p14:nvContentPartPr>
              <p14:xfrm>
                <a:off x="13223820" y="7410385"/>
                <a:ext cx="3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16CC9FD-0362-7B78-1C62-93863D3E75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187820" y="737438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0204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69136E-6 L 0.01641 -0.00061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D179C-062D-8F3B-80F0-FC2E546C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FB1BE915-1F50-E4D5-FEF7-86F6003C75EB}"/>
              </a:ext>
            </a:extLst>
          </p:cNvPr>
          <p:cNvSpPr/>
          <p:nvPr/>
        </p:nvSpPr>
        <p:spPr>
          <a:xfrm>
            <a:off x="4024181" y="0"/>
            <a:ext cx="14263819" cy="9715500"/>
          </a:xfrm>
          <a:custGeom>
            <a:avLst/>
            <a:gdLst/>
            <a:ahLst/>
            <a:cxnLst/>
            <a:rect l="l" t="t" r="r" b="b"/>
            <a:pathLst>
              <a:path w="7649239" h="5210118">
                <a:moveTo>
                  <a:pt x="0" y="0"/>
                </a:moveTo>
                <a:lnTo>
                  <a:pt x="7649239" y="0"/>
                </a:lnTo>
                <a:lnTo>
                  <a:pt x="7649239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30" b="-6376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5CD2C3A-0E01-F4C3-9EBB-3664DA7B635D}"/>
              </a:ext>
            </a:extLst>
          </p:cNvPr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A42390-16A1-B877-6EB3-DEBFDAD437F4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227A4BDA-BEBB-FDD8-2BF6-F082A64D6652}"/>
              </a:ext>
            </a:extLst>
          </p:cNvPr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5D89A6B-60F9-E3A3-A875-A7146438446C}"/>
              </a:ext>
            </a:extLst>
          </p:cNvPr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8CE7177-6768-CC7C-E119-B6DAD5F4F6FF}"/>
              </a:ext>
            </a:extLst>
          </p:cNvPr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9E53123-A43F-4449-1704-04D7509F1B3C}"/>
                </a:ext>
              </a:extLst>
            </p:cNvPr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B4FEA39-9862-5A5E-CA2C-D3D08DDCB453}"/>
                  </a:ext>
                </a:extLst>
              </p:cNvPr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FF08623-A2F4-2C82-A3BB-16B1F785C7DA}"/>
                </a:ext>
              </a:extLst>
            </p:cNvPr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F6EA328-FCAE-7C97-1A53-032089A34300}"/>
                </a:ext>
              </a:extLst>
            </p:cNvPr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A5324BB-F245-6422-A745-C96444AFB2E2}"/>
              </a:ext>
            </a:extLst>
          </p:cNvPr>
          <p:cNvSpPr/>
          <p:nvPr/>
        </p:nvSpPr>
        <p:spPr>
          <a:xfrm>
            <a:off x="533400" y="10799083"/>
            <a:ext cx="7635847" cy="5210118"/>
          </a:xfrm>
          <a:custGeom>
            <a:avLst/>
            <a:gdLst/>
            <a:ahLst/>
            <a:cxnLst/>
            <a:rect l="l" t="t" r="r" b="b"/>
            <a:pathLst>
              <a:path w="7635847" h="5210118">
                <a:moveTo>
                  <a:pt x="0" y="0"/>
                </a:moveTo>
                <a:lnTo>
                  <a:pt x="7635847" y="0"/>
                </a:lnTo>
                <a:lnTo>
                  <a:pt x="7635847" y="5210118"/>
                </a:lnTo>
                <a:lnTo>
                  <a:pt x="0" y="52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637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F4D233C-78CF-2F2A-B159-2583625851F9}"/>
              </a:ext>
            </a:extLst>
          </p:cNvPr>
          <p:cNvSpPr txBox="1"/>
          <p:nvPr/>
        </p:nvSpPr>
        <p:spPr>
          <a:xfrm>
            <a:off x="3572567" y="668337"/>
            <a:ext cx="3818462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03-RNN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C9C836C-3FC2-5E20-AD9B-9ADEAE6A1117}"/>
              </a:ext>
            </a:extLst>
          </p:cNvPr>
          <p:cNvSpPr txBox="1"/>
          <p:nvPr/>
        </p:nvSpPr>
        <p:spPr>
          <a:xfrm>
            <a:off x="5481799" y="820737"/>
            <a:ext cx="296568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 (Many-to-Many)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A457240-586E-17BA-6104-B774B31A9E84}"/>
              </a:ext>
            </a:extLst>
          </p:cNvPr>
          <p:cNvSpPr txBox="1"/>
          <p:nvPr/>
        </p:nvSpPr>
        <p:spPr>
          <a:xfrm>
            <a:off x="1154497" y="16014966"/>
            <a:ext cx="7014750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2014                 2015               2016                2017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B039A71-8FFC-430C-BF0B-C1A169FE95B7}"/>
              </a:ext>
            </a:extLst>
          </p:cNvPr>
          <p:cNvSpPr txBox="1"/>
          <p:nvPr/>
        </p:nvSpPr>
        <p:spPr>
          <a:xfrm>
            <a:off x="4148549" y="10281557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E390F7A-38E0-8A3A-BC02-A79F0045A589}"/>
              </a:ext>
            </a:extLst>
          </p:cNvPr>
          <p:cNvSpPr txBox="1"/>
          <p:nvPr/>
        </p:nvSpPr>
        <p:spPr>
          <a:xfrm>
            <a:off x="5795970" y="9715500"/>
            <a:ext cx="1253504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2017        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FA93B22-EB3C-6E39-8B39-F1FA7A867CD6}"/>
              </a:ext>
            </a:extLst>
          </p:cNvPr>
          <p:cNvSpPr txBox="1"/>
          <p:nvPr/>
        </p:nvSpPr>
        <p:spPr>
          <a:xfrm>
            <a:off x="12002871" y="-441326"/>
            <a:ext cx="1026645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9492691-74A6-2D24-F9BD-152995F87E63}"/>
              </a:ext>
            </a:extLst>
          </p:cNvPr>
          <p:cNvSpPr txBox="1"/>
          <p:nvPr/>
        </p:nvSpPr>
        <p:spPr>
          <a:xfrm>
            <a:off x="17068800" y="9750660"/>
            <a:ext cx="1024933" cy="441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2018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5057F78-6BBE-CC2A-7804-7838E40D2B00}"/>
              </a:ext>
            </a:extLst>
          </p:cNvPr>
          <p:cNvGrpSpPr/>
          <p:nvPr/>
        </p:nvGrpSpPr>
        <p:grpSpPr>
          <a:xfrm>
            <a:off x="13029516" y="7048500"/>
            <a:ext cx="305484" cy="2438400"/>
            <a:chOff x="13029516" y="7048500"/>
            <a:chExt cx="305484" cy="24384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E61509F-CD06-8422-D57C-12180B579B7E}"/>
                </a:ext>
              </a:extLst>
            </p:cNvPr>
            <p:cNvGrpSpPr/>
            <p:nvPr/>
          </p:nvGrpSpPr>
          <p:grpSpPr>
            <a:xfrm>
              <a:off x="13029516" y="7224853"/>
              <a:ext cx="305484" cy="2262047"/>
              <a:chOff x="13029516" y="7224853"/>
              <a:chExt cx="305484" cy="226204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DDBA26F-9F76-E551-1AF4-20A9AFB4A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29516" y="7224853"/>
                <a:ext cx="0" cy="2262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8266288-8B43-6C02-528F-5CC0CD7D7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35000" y="8191500"/>
                <a:ext cx="0" cy="12954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B636109-2FFA-95B8-9D78-C8B13CD38AB9}"/>
                </a:ext>
              </a:extLst>
            </p:cNvPr>
            <p:cNvCxnSpPr/>
            <p:nvPr/>
          </p:nvCxnSpPr>
          <p:spPr>
            <a:xfrm>
              <a:off x="13029516" y="7048500"/>
              <a:ext cx="153084" cy="381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E5B4013-F8F1-DDE2-1DEE-EA0F3203C18B}"/>
              </a:ext>
            </a:extLst>
          </p:cNvPr>
          <p:cNvCxnSpPr>
            <a:cxnSpLocks/>
          </p:cNvCxnSpPr>
          <p:nvPr/>
        </p:nvCxnSpPr>
        <p:spPr>
          <a:xfrm>
            <a:off x="13344471" y="8185150"/>
            <a:ext cx="221716" cy="1150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F6AF9A5-6834-2282-6ED6-160A3571F4C0}"/>
              </a:ext>
            </a:extLst>
          </p:cNvPr>
          <p:cNvCxnSpPr>
            <a:cxnSpLocks/>
          </p:cNvCxnSpPr>
          <p:nvPr/>
        </p:nvCxnSpPr>
        <p:spPr>
          <a:xfrm flipV="1">
            <a:off x="13036743" y="8191500"/>
            <a:ext cx="247458" cy="1643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1BF2459-2AA5-D122-366A-941E7A7F87F1}"/>
              </a:ext>
            </a:extLst>
          </p:cNvPr>
          <p:cNvGrpSpPr/>
          <p:nvPr/>
        </p:nvGrpSpPr>
        <p:grpSpPr>
          <a:xfrm>
            <a:off x="15525944" y="6083300"/>
            <a:ext cx="388331" cy="3403600"/>
            <a:chOff x="15525944" y="6083300"/>
            <a:chExt cx="388331" cy="34036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0EE1C27-69A2-F2A4-E777-E7B1981B0FE2}"/>
                </a:ext>
              </a:extLst>
            </p:cNvPr>
            <p:cNvGrpSpPr/>
            <p:nvPr/>
          </p:nvGrpSpPr>
          <p:grpSpPr>
            <a:xfrm>
              <a:off x="15544116" y="6083300"/>
              <a:ext cx="203884" cy="3403600"/>
              <a:chOff x="15544116" y="6083300"/>
              <a:chExt cx="203884" cy="3403600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A4560C21-79F6-AE2D-FCA1-8715C1A22AFD}"/>
                  </a:ext>
                </a:extLst>
              </p:cNvPr>
              <p:cNvGrpSpPr/>
              <p:nvPr/>
            </p:nvGrpSpPr>
            <p:grpSpPr>
              <a:xfrm>
                <a:off x="15544116" y="6134100"/>
                <a:ext cx="153084" cy="3352800"/>
                <a:chOff x="15544116" y="6134100"/>
                <a:chExt cx="153084" cy="3352800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7C35B17-8D51-5EEB-013B-60493CCB1F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544116" y="6134100"/>
                  <a:ext cx="0" cy="3352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AB5083E-2C3F-1A32-A42F-8AB30E0D0A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697200" y="7734300"/>
                  <a:ext cx="0" cy="1752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92221FF-673F-DEF8-902C-5540C528E846}"/>
                  </a:ext>
                </a:extLst>
              </p:cNvPr>
              <p:cNvCxnSpPr/>
              <p:nvPr/>
            </p:nvCxnSpPr>
            <p:spPr>
              <a:xfrm>
                <a:off x="15594916" y="6083300"/>
                <a:ext cx="153084" cy="38100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34629E7-1894-6702-9540-DB9D21FC3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25944" y="7605853"/>
              <a:ext cx="171256" cy="17547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42BD241-8188-E9D2-39F5-01BD7658AE03}"/>
                </a:ext>
              </a:extLst>
            </p:cNvPr>
            <p:cNvCxnSpPr>
              <a:cxnSpLocks/>
            </p:cNvCxnSpPr>
            <p:nvPr/>
          </p:nvCxnSpPr>
          <p:spPr>
            <a:xfrm>
              <a:off x="15692559" y="7636078"/>
              <a:ext cx="221716" cy="11502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BDBC2E4-A53F-1852-FFD8-2A4DAF031102}"/>
              </a:ext>
            </a:extLst>
          </p:cNvPr>
          <p:cNvGrpSpPr/>
          <p:nvPr/>
        </p:nvGrpSpPr>
        <p:grpSpPr>
          <a:xfrm>
            <a:off x="16966858" y="635000"/>
            <a:ext cx="389506" cy="8851900"/>
            <a:chOff x="16966858" y="635000"/>
            <a:chExt cx="389506" cy="8851900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724371B-3184-0B30-2B87-BECE8B968FD5}"/>
                </a:ext>
              </a:extLst>
            </p:cNvPr>
            <p:cNvGrpSpPr/>
            <p:nvPr/>
          </p:nvGrpSpPr>
          <p:grpSpPr>
            <a:xfrm>
              <a:off x="16966858" y="635000"/>
              <a:ext cx="203884" cy="8851900"/>
              <a:chOff x="15544116" y="6083300"/>
              <a:chExt cx="203884" cy="885190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A451238D-4F01-197D-7715-7C4B30D514CB}"/>
                  </a:ext>
                </a:extLst>
              </p:cNvPr>
              <p:cNvGrpSpPr/>
              <p:nvPr/>
            </p:nvGrpSpPr>
            <p:grpSpPr>
              <a:xfrm>
                <a:off x="15544116" y="6134100"/>
                <a:ext cx="153084" cy="8801100"/>
                <a:chOff x="15544116" y="6134100"/>
                <a:chExt cx="153084" cy="8801100"/>
              </a:xfrm>
            </p:grpSpPr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6530F413-DAEA-1FCC-551D-E61E2DC65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544116" y="6134100"/>
                  <a:ext cx="0" cy="88011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0C1D25F-FA31-9A90-8A33-C808DF38B2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697200" y="11430000"/>
                  <a:ext cx="0" cy="3505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200CAF9-564E-DF51-0201-1DBE1A095AB3}"/>
                  </a:ext>
                </a:extLst>
              </p:cNvPr>
              <p:cNvCxnSpPr/>
              <p:nvPr/>
            </p:nvCxnSpPr>
            <p:spPr>
              <a:xfrm>
                <a:off x="15594916" y="6083300"/>
                <a:ext cx="153084" cy="38100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82716D13-203A-B928-D957-2A0A965C1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8033" y="5893963"/>
              <a:ext cx="171256" cy="17547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3480AD6-F74E-A717-05DC-81A3AB0E35EF}"/>
                </a:ext>
              </a:extLst>
            </p:cNvPr>
            <p:cNvCxnSpPr>
              <a:cxnSpLocks/>
            </p:cNvCxnSpPr>
            <p:nvPr/>
          </p:nvCxnSpPr>
          <p:spPr>
            <a:xfrm>
              <a:off x="17134648" y="5924188"/>
              <a:ext cx="221716" cy="11502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B12FB86-F00F-39EC-3784-3C8D451D3C9B}"/>
              </a:ext>
            </a:extLst>
          </p:cNvPr>
          <p:cNvGrpSpPr/>
          <p:nvPr/>
        </p:nvGrpSpPr>
        <p:grpSpPr>
          <a:xfrm>
            <a:off x="12572955" y="6857745"/>
            <a:ext cx="642240" cy="443160"/>
            <a:chOff x="12572955" y="6857745"/>
            <a:chExt cx="64224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465DDA6-43F1-B69B-21D8-C7800A6B2C06}"/>
                    </a:ext>
                  </a:extLst>
                </p14:cNvPr>
                <p14:cNvContentPartPr/>
                <p14:nvPr/>
              </p14:nvContentPartPr>
              <p14:xfrm>
                <a:off x="12572955" y="6966825"/>
                <a:ext cx="334080" cy="334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465DDA6-43F1-B69B-21D8-C7800A6B2C0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54955" y="6948825"/>
                  <a:ext cx="3697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30E582-C5BA-43D4-CA51-66EDAFB366F3}"/>
                    </a:ext>
                  </a:extLst>
                </p14:cNvPr>
                <p14:cNvContentPartPr/>
                <p14:nvPr/>
              </p14:nvContentPartPr>
              <p14:xfrm>
                <a:off x="12903075" y="6976905"/>
                <a:ext cx="17640" cy="92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30E582-C5BA-43D4-CA51-66EDAFB366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885435" y="6958905"/>
                  <a:ext cx="53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09D52C-64AE-BBD4-65DC-C0F4227F1115}"/>
                    </a:ext>
                  </a:extLst>
                </p14:cNvPr>
                <p14:cNvContentPartPr/>
                <p14:nvPr/>
              </p14:nvContentPartPr>
              <p14:xfrm>
                <a:off x="13053915" y="6857745"/>
                <a:ext cx="124200" cy="262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09D52C-64AE-BBD4-65DC-C0F4227F11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35915" y="6840105"/>
                  <a:ext cx="159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8311B67-6612-DBC3-BD68-66EBF63E6B97}"/>
                    </a:ext>
                  </a:extLst>
                </p14:cNvPr>
                <p14:cNvContentPartPr/>
                <p14:nvPr/>
              </p14:nvContentPartPr>
              <p14:xfrm>
                <a:off x="13106115" y="7096065"/>
                <a:ext cx="59400" cy="49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8311B67-6612-DBC3-BD68-66EBF63E6B9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088475" y="7078065"/>
                  <a:ext cx="95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58D089F-8B2B-367C-A4C2-6C20E797106C}"/>
                    </a:ext>
                  </a:extLst>
                </p14:cNvPr>
                <p14:cNvContentPartPr/>
                <p14:nvPr/>
              </p14:nvContentPartPr>
              <p14:xfrm>
                <a:off x="13182435" y="7038465"/>
                <a:ext cx="32760" cy="114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58D089F-8B2B-367C-A4C2-6C20E797106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64435" y="7020465"/>
                  <a:ext cx="68400" cy="15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576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846004" y="2556545"/>
            <a:ext cx="1058344" cy="1058344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16779" y="2741865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44726" y="3173448"/>
            <a:ext cx="5238212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are artifacts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44726" y="2489870"/>
            <a:ext cx="4875522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8446" y="2556545"/>
            <a:ext cx="1058344" cy="1058344"/>
            <a:chOff x="0" y="0"/>
            <a:chExt cx="1913890" cy="19138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109221" y="2741865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46004" y="4952744"/>
            <a:ext cx="1058344" cy="1058344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16779" y="5138064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44726" y="5569647"/>
            <a:ext cx="5238212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Hyperparameters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44726" y="4886069"/>
            <a:ext cx="4875522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Selecting Best Model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846004" y="7630338"/>
            <a:ext cx="1058344" cy="1058344"/>
            <a:chOff x="0" y="0"/>
            <a:chExt cx="1913890" cy="19138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916779" y="7815658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2"/>
              <p:cNvSpPr txBox="1"/>
              <p:nvPr/>
            </p:nvSpPr>
            <p:spPr>
              <a:xfrm>
                <a:off x="11532773" y="8250218"/>
                <a:ext cx="6368791" cy="13974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2239"/>
                  </a:lnSpc>
                </a:pPr>
                <a:r>
                  <a:rPr lang="en-US" sz="1599" b="1" dirty="0">
                    <a:solidFill>
                      <a:srgbClr val="E14761"/>
                    </a:solidFill>
                    <a:latin typeface="Poppins"/>
                    <a:cs typeface="Poppins"/>
                    <a:sym typeface="Poppins"/>
                  </a:rPr>
                  <a:t>Conventional metrics:</a:t>
                </a:r>
              </a:p>
              <a:p>
                <a:pPr marL="285750" indent="-285750" algn="l">
                  <a:lnSpc>
                    <a:spcPts val="2239"/>
                  </a:lnSpc>
                  <a:buFont typeface="Arial" panose="020B0604020202020204" pitchFamily="34" charset="0"/>
                  <a:buChar char="•"/>
                </a:pPr>
                <a:r>
                  <a:rPr lang="en-US" sz="1599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RMS, MSE, </a:t>
                </a:r>
              </a:p>
              <a:p>
                <a:pPr marL="285750" indent="-285750" algn="l">
                  <a:lnSpc>
                    <a:spcPts val="2239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599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oppins"/>
                            <a:cs typeface="Poppins"/>
                            <a:sym typeface="Poppins"/>
                          </a:rPr>
                        </m:ctrlPr>
                      </m:sSupPr>
                      <m:e>
                        <m:r>
                          <a:rPr lang="en-US" sz="1599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oppins"/>
                            <a:cs typeface="Poppins"/>
                            <a:sym typeface="Poppins"/>
                          </a:rPr>
                          <m:t>𝑅</m:t>
                        </m:r>
                      </m:e>
                      <m:sup>
                        <m:r>
                          <a:rPr lang="en-US" sz="1599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oppins"/>
                            <a:cs typeface="Poppins"/>
                            <a:sym typeface="Poppin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99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a:p>
              <a:p>
                <a:pPr algn="l">
                  <a:lnSpc>
                    <a:spcPts val="2239"/>
                  </a:lnSpc>
                </a:pPr>
                <a:endParaRPr lang="en-US" sz="15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algn="l">
                  <a:lnSpc>
                    <a:spcPts val="2239"/>
                  </a:lnSpc>
                </a:pPr>
                <a:r>
                  <a:rPr lang="en-US" sz="1599" b="1" dirty="0">
                    <a:solidFill>
                      <a:srgbClr val="E14761"/>
                    </a:solidFill>
                    <a:latin typeface="Poppins"/>
                    <a:cs typeface="Poppins"/>
                    <a:sym typeface="Poppins"/>
                  </a:rPr>
                  <a:t>New metrics ?</a:t>
                </a:r>
              </a:p>
            </p:txBody>
          </p:sp>
        </mc:Choice>
        <mc:Fallback>
          <p:sp>
            <p:nvSpPr>
              <p:cNvPr id="22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2773" y="8250218"/>
                <a:ext cx="6368791" cy="1397498"/>
              </a:xfrm>
              <a:prstGeom prst="rect">
                <a:avLst/>
              </a:prstGeom>
              <a:blipFill>
                <a:blip r:embed="rId4"/>
                <a:stretch>
                  <a:fillRect l="-2010" t="-2609" b="-82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3"/>
          <p:cNvSpPr txBox="1"/>
          <p:nvPr/>
        </p:nvSpPr>
        <p:spPr>
          <a:xfrm>
            <a:off x="11534940" y="2489870"/>
            <a:ext cx="4875522" cy="136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 Selection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Domain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572567" y="668337"/>
            <a:ext cx="3818462" cy="59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44726" y="8250218"/>
            <a:ext cx="523821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Bitcoin price is highly sensitive to exogenous variables, especially news and macro events. Integrating other databases will help.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44726" y="7566640"/>
            <a:ext cx="4875522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887F231F-4AEA-1753-D31B-D9FA545630B3}"/>
              </a:ext>
            </a:extLst>
          </p:cNvPr>
          <p:cNvSpPr/>
          <p:nvPr/>
        </p:nvSpPr>
        <p:spPr>
          <a:xfrm>
            <a:off x="12997135" y="2921006"/>
            <a:ext cx="355600" cy="546094"/>
          </a:xfrm>
          <a:prstGeom prst="upDownArrow">
            <a:avLst/>
          </a:prstGeom>
          <a:solidFill>
            <a:srgbClr val="E1476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5" name="Group 11">
            <a:extLst>
              <a:ext uri="{FF2B5EF4-FFF2-40B4-BE49-F238E27FC236}">
                <a16:creationId xmlns:a16="http://schemas.microsoft.com/office/drawing/2014/main" id="{AAD2E24E-FA3A-9110-1067-5B5FE4CF821C}"/>
              </a:ext>
            </a:extLst>
          </p:cNvPr>
          <p:cNvGrpSpPr/>
          <p:nvPr/>
        </p:nvGrpSpPr>
        <p:grpSpPr>
          <a:xfrm>
            <a:off x="10036279" y="7630527"/>
            <a:ext cx="1058344" cy="1058344"/>
            <a:chOff x="0" y="0"/>
            <a:chExt cx="1913890" cy="1913890"/>
          </a:xfrm>
        </p:grpSpPr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1CCC6089-2E12-5DE2-0E71-DF7F51D7E28E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1BFBAB09-F5E4-2955-32AA-23381685C16F}"/>
              </a:ext>
            </a:extLst>
          </p:cNvPr>
          <p:cNvSpPr txBox="1"/>
          <p:nvPr/>
        </p:nvSpPr>
        <p:spPr>
          <a:xfrm>
            <a:off x="10107054" y="7815847"/>
            <a:ext cx="916794" cy="56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5A5B917C-1152-0C64-6193-FA1BC5B60D1C}"/>
              </a:ext>
            </a:extLst>
          </p:cNvPr>
          <p:cNvSpPr txBox="1"/>
          <p:nvPr/>
        </p:nvSpPr>
        <p:spPr>
          <a:xfrm>
            <a:off x="11532773" y="7563852"/>
            <a:ext cx="4875522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Evaluation</a:t>
            </a: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EFF702D2-A7CE-C223-42D5-40AE98DB71B1}"/>
              </a:ext>
            </a:extLst>
          </p:cNvPr>
          <p:cNvSpPr txBox="1"/>
          <p:nvPr/>
        </p:nvSpPr>
        <p:spPr>
          <a:xfrm>
            <a:off x="11687340" y="4011759"/>
            <a:ext cx="6368791" cy="280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 dirty="0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Technical: </a:t>
            </a:r>
          </a:p>
          <a:p>
            <a:pPr marL="285750" indent="-285750" algn="l">
              <a:lnSpc>
                <a:spcPts val="2239"/>
              </a:lnSpc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Changes in the Bitcoin white paper</a:t>
            </a:r>
          </a:p>
          <a:p>
            <a:pPr marL="285750" indent="-285750" algn="l">
              <a:lnSpc>
                <a:spcPts val="2239"/>
              </a:lnSpc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Network upgrades</a:t>
            </a:r>
          </a:p>
          <a:p>
            <a:pPr marL="285750" indent="-285750" algn="l">
              <a:lnSpc>
                <a:spcPts val="2239"/>
              </a:lnSpc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Improvements in blockchain efficiency</a:t>
            </a:r>
          </a:p>
          <a:p>
            <a:pPr algn="l">
              <a:lnSpc>
                <a:spcPts val="2239"/>
              </a:lnSpc>
            </a:pPr>
            <a:endParaRPr lang="en-US" sz="15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39"/>
              </a:lnSpc>
            </a:pPr>
            <a:r>
              <a:rPr lang="en-US" sz="1599" b="1" dirty="0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News: </a:t>
            </a:r>
          </a:p>
          <a:p>
            <a:pPr marL="285750" indent="-285750" algn="l">
              <a:lnSpc>
                <a:spcPts val="2239"/>
              </a:lnSpc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Regulatory announcements   (Taxation policies)</a:t>
            </a:r>
          </a:p>
          <a:p>
            <a:pPr marL="285750" indent="-285750" algn="l">
              <a:lnSpc>
                <a:spcPts val="2239"/>
              </a:lnSpc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Macroeconomic signals           (interest rates)</a:t>
            </a:r>
          </a:p>
          <a:p>
            <a:pPr marL="285750" indent="-285750" algn="l">
              <a:lnSpc>
                <a:spcPts val="2239"/>
              </a:lnSpc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correlations                    (Stock market indices)</a:t>
            </a:r>
          </a:p>
          <a:p>
            <a:pPr marL="285750" indent="-285750" algn="l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Events                                            (wars, pandemics)   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-3298" y="4307021"/>
            <a:ext cx="18291298" cy="1253857"/>
            <a:chOff x="0" y="0"/>
            <a:chExt cx="6672715" cy="4574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715" cy="457410"/>
            </a:xfrm>
            <a:custGeom>
              <a:avLst/>
              <a:gdLst/>
              <a:ahLst/>
              <a:cxnLst/>
              <a:rect l="l" t="t" r="r" b="b"/>
              <a:pathLst>
                <a:path w="6672715" h="457410">
                  <a:moveTo>
                    <a:pt x="0" y="0"/>
                  </a:moveTo>
                  <a:lnTo>
                    <a:pt x="6672715" y="0"/>
                  </a:lnTo>
                  <a:lnTo>
                    <a:pt x="6672715" y="457410"/>
                  </a:lnTo>
                  <a:lnTo>
                    <a:pt x="0" y="45741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6726" y="3812245"/>
            <a:ext cx="4740237" cy="2243409"/>
            <a:chOff x="0" y="0"/>
            <a:chExt cx="6320315" cy="2991212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t="14482" b="14482"/>
            <a:stretch>
              <a:fillRect/>
            </a:stretch>
          </p:blipFill>
          <p:spPr>
            <a:xfrm>
              <a:off x="0" y="0"/>
              <a:ext cx="6320315" cy="299121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773882" y="3812245"/>
            <a:ext cx="4740237" cy="2243409"/>
            <a:chOff x="0" y="0"/>
            <a:chExt cx="6320315" cy="2991212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rcRect t="7931" b="7931"/>
            <a:stretch>
              <a:fillRect/>
            </a:stretch>
          </p:blipFill>
          <p:spPr>
            <a:xfrm>
              <a:off x="0" y="0"/>
              <a:ext cx="6320315" cy="2991212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1771037" y="3812245"/>
            <a:ext cx="4740237" cy="2243409"/>
            <a:chOff x="0" y="0"/>
            <a:chExt cx="6320315" cy="2991212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/>
            <a:srcRect t="7743" b="7743"/>
            <a:stretch>
              <a:fillRect/>
            </a:stretch>
          </p:blipFill>
          <p:spPr>
            <a:xfrm>
              <a:off x="0" y="0"/>
              <a:ext cx="6320315" cy="2991212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137257" y="7261225"/>
            <a:ext cx="4019175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Retail traders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Hedge funds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Crypto market makers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76726" y="6574525"/>
            <a:ext cx="4740237" cy="42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&amp; Crypto Traders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23578" y="7261225"/>
            <a:ext cx="4040845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Investment firms / asset managers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FinTech platforms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773882" y="6574525"/>
            <a:ext cx="4740237" cy="42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Institutions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20733" y="7261225"/>
            <a:ext cx="4040845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Regulators / policy makers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Risk analysts in firms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771037" y="6574525"/>
            <a:ext cx="4740237" cy="42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E1476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Management Analysts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94855" y="1903887"/>
            <a:ext cx="11849689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5499" spc="5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AUDIENCE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11520546" y="0"/>
            <a:ext cx="5738754" cy="10287000"/>
            <a:chOff x="0" y="0"/>
            <a:chExt cx="7651672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8212" r="8212"/>
            <a:stretch>
              <a:fillRect/>
            </a:stretch>
          </p:blipFill>
          <p:spPr>
            <a:xfrm>
              <a:off x="0" y="0"/>
              <a:ext cx="7651672" cy="13716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81707" y="6210300"/>
            <a:ext cx="1544158" cy="154415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5046" r="-25046"/>
              </a:stretch>
            </a:blipFill>
            <a:ln w="190500" cap="sq">
              <a:solidFill>
                <a:srgbClr val="E1476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81707" y="4127469"/>
            <a:ext cx="1544158" cy="15441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1438" r="-7692"/>
              </a:stretch>
            </a:blipFill>
            <a:ln w="190500" cap="sq">
              <a:solidFill>
                <a:srgbClr val="E1476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05788" y="4181449"/>
            <a:ext cx="4875522" cy="1547223"/>
            <a:chOff x="0" y="0"/>
            <a:chExt cx="6500697" cy="2062965"/>
          </a:xfrm>
        </p:grpSpPr>
        <p:sp>
          <p:nvSpPr>
            <p:cNvPr id="17" name="TextBox 17"/>
            <p:cNvSpPr txBox="1"/>
            <p:nvPr/>
          </p:nvSpPr>
          <p:spPr>
            <a:xfrm>
              <a:off x="0" y="596326"/>
              <a:ext cx="5841261" cy="1466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This model creates value by: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Reducing decision uncertainty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Converting data → actionable signals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6500697" cy="588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Core Value Proposition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944792" y="6210300"/>
            <a:ext cx="5404585" cy="3587520"/>
            <a:chOff x="0" y="-66675"/>
            <a:chExt cx="7206113" cy="4783361"/>
          </a:xfrm>
        </p:grpSpPr>
        <p:sp>
          <p:nvSpPr>
            <p:cNvPr id="20" name="TextBox 20"/>
            <p:cNvSpPr txBox="1"/>
            <p:nvPr/>
          </p:nvSpPr>
          <p:spPr>
            <a:xfrm>
              <a:off x="0" y="596325"/>
              <a:ext cx="7206113" cy="4120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A. Trading-as-a-Service 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Use the model internally for algorithmic trading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Revenue = trading profits </a:t>
              </a:r>
            </a:p>
            <a:p>
              <a:pPr algn="l">
                <a:lnSpc>
                  <a:spcPts val="2239"/>
                </a:lnSpc>
              </a:pPr>
              <a:endPara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B. Signal Subscription Platform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Sell predictions/signals: (Buy / Sell / Hold)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Monthly subscription (e.g., $20–$200/month)</a:t>
              </a:r>
            </a:p>
            <a:p>
              <a:pPr algn="l">
                <a:lnSpc>
                  <a:spcPts val="2239"/>
                </a:lnSpc>
              </a:pPr>
              <a:endPara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C. Offer the model as an API 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Customers: FinTech startups, Trading platforms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6500697" cy="588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Monetization Pathways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99526" y="2756216"/>
            <a:ext cx="7844699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spc="3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POTENTIAL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2687936" y="1621876"/>
            <a:ext cx="12912128" cy="8749296"/>
          </a:xfrm>
          <a:custGeom>
            <a:avLst/>
            <a:gdLst/>
            <a:ahLst/>
            <a:cxnLst/>
            <a:rect l="l" t="t" r="r" b="b"/>
            <a:pathLst>
              <a:path w="12912128" h="8749296">
                <a:moveTo>
                  <a:pt x="0" y="0"/>
                </a:moveTo>
                <a:lnTo>
                  <a:pt x="12912128" y="0"/>
                </a:lnTo>
                <a:lnTo>
                  <a:pt x="12912128" y="8749295"/>
                </a:lnTo>
                <a:lnTo>
                  <a:pt x="0" y="874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975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221650" y="458146"/>
            <a:ext cx="7844699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spc="3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COMPETITORS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Freeform 8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Freeform 9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1561886" y="2736001"/>
            <a:ext cx="1080030" cy="108003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99526" y="2937191"/>
            <a:ext cx="5282523" cy="9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9806" y="4344690"/>
            <a:ext cx="9202993" cy="228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Market and Demand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Competitors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Non-conventional evaluation metrics in training</a:t>
            </a:r>
          </a:p>
        </p:txBody>
      </p:sp>
      <p:grpSp>
        <p:nvGrpSpPr>
          <p:cNvPr id="19" name="Group 14"/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20" name="Group 15"/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23" name="Freeform 16"/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21" name="Freeform 17"/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Box 18"/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88" b="-8888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028700" y="811855"/>
            <a:ext cx="453117" cy="433691"/>
          </a:xfrm>
          <a:custGeom>
            <a:avLst/>
            <a:gdLst/>
            <a:ahLst/>
            <a:cxnLst/>
            <a:rect l="l" t="t" r="r" b="b"/>
            <a:pathLst>
              <a:path w="453117" h="433691">
                <a:moveTo>
                  <a:pt x="0" y="0"/>
                </a:moveTo>
                <a:lnTo>
                  <a:pt x="453117" y="0"/>
                </a:lnTo>
                <a:lnTo>
                  <a:pt x="453117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8" name="Group 8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34006" y="2270492"/>
            <a:ext cx="4809425" cy="4809425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027700"/>
            <a:ext cx="16230600" cy="292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10"/>
              </a:lnSpc>
              <a:spcBef>
                <a:spcPct val="0"/>
              </a:spcBef>
            </a:pPr>
            <a:r>
              <a:rPr lang="en-US" sz="16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13015" y="6197845"/>
            <a:ext cx="7754492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2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D4C668-D430-571C-CBA1-06F8CAB4409E}"/>
              </a:ext>
            </a:extLst>
          </p:cNvPr>
          <p:cNvGrpSpPr/>
          <p:nvPr/>
        </p:nvGrpSpPr>
        <p:grpSpPr>
          <a:xfrm>
            <a:off x="684811" y="574094"/>
            <a:ext cx="2507438" cy="904754"/>
            <a:chOff x="0" y="0"/>
            <a:chExt cx="3343251" cy="12063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3905FAA-518E-F83D-89D1-4C1E1C5DCF17}"/>
                </a:ext>
              </a:extLst>
            </p:cNvPr>
            <p:cNvGrpSpPr/>
            <p:nvPr/>
          </p:nvGrpSpPr>
          <p:grpSpPr>
            <a:xfrm>
              <a:off x="0" y="0"/>
              <a:ext cx="3343251" cy="1206339"/>
              <a:chOff x="0" y="0"/>
              <a:chExt cx="1901388" cy="686075"/>
            </a:xfrm>
          </p:grpSpPr>
          <p:sp>
            <p:nvSpPr>
              <p:cNvPr id="19" name="Freeform 16">
                <a:extLst>
                  <a:ext uri="{FF2B5EF4-FFF2-40B4-BE49-F238E27FC236}">
                    <a16:creationId xmlns:a16="http://schemas.microsoft.com/office/drawing/2014/main" id="{2D513FFB-4AA5-09EE-EA54-ACD77C01FB5F}"/>
                  </a:ext>
                </a:extLst>
              </p:cNvPr>
              <p:cNvSpPr/>
              <p:nvPr/>
            </p:nvSpPr>
            <p:spPr>
              <a:xfrm>
                <a:off x="0" y="0"/>
                <a:ext cx="1901388" cy="686075"/>
              </a:xfrm>
              <a:custGeom>
                <a:avLst/>
                <a:gdLst/>
                <a:ahLst/>
                <a:cxnLst/>
                <a:rect l="l" t="t" r="r" b="b"/>
                <a:pathLst>
                  <a:path w="1901388" h="686075">
                    <a:moveTo>
                      <a:pt x="1776928" y="686075"/>
                    </a:moveTo>
                    <a:lnTo>
                      <a:pt x="124460" y="686075"/>
                    </a:lnTo>
                    <a:cubicBezTo>
                      <a:pt x="55880" y="686075"/>
                      <a:pt x="0" y="630195"/>
                      <a:pt x="0" y="5616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76928" y="0"/>
                    </a:lnTo>
                    <a:cubicBezTo>
                      <a:pt x="1845508" y="0"/>
                      <a:pt x="1901388" y="55880"/>
                      <a:pt x="1901388" y="124460"/>
                    </a:cubicBezTo>
                    <a:lnTo>
                      <a:pt x="1901388" y="561615"/>
                    </a:lnTo>
                    <a:cubicBezTo>
                      <a:pt x="1901388" y="630195"/>
                      <a:pt x="1845508" y="686075"/>
                      <a:pt x="1776928" y="686075"/>
                    </a:cubicBezTo>
                    <a:close/>
                  </a:path>
                </a:pathLst>
              </a:custGeom>
              <a:solidFill>
                <a:srgbClr val="191B1A">
                  <a:alpha val="80000"/>
                </a:srgbClr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F7B531C-D144-6EDC-479F-2B279C7A2E49}"/>
                </a:ext>
              </a:extLst>
            </p:cNvPr>
            <p:cNvSpPr/>
            <p:nvPr/>
          </p:nvSpPr>
          <p:spPr>
            <a:xfrm>
              <a:off x="1499904" y="0"/>
              <a:ext cx="1561695" cy="1206339"/>
            </a:xfrm>
            <a:custGeom>
              <a:avLst/>
              <a:gdLst/>
              <a:ahLst/>
              <a:cxnLst/>
              <a:rect l="l" t="t" r="r" b="b"/>
              <a:pathLst>
                <a:path w="1561695" h="1206339">
                  <a:moveTo>
                    <a:pt x="0" y="0"/>
                  </a:moveTo>
                  <a:lnTo>
                    <a:pt x="1561695" y="0"/>
                  </a:lnTo>
                  <a:lnTo>
                    <a:pt x="1561695" y="1206339"/>
                  </a:lnTo>
                  <a:lnTo>
                    <a:pt x="0" y="120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0E0D31A-BD87-950E-AF4D-D4A0C6330A41}"/>
                </a:ext>
              </a:extLst>
            </p:cNvPr>
            <p:cNvSpPr txBox="1"/>
            <p:nvPr/>
          </p:nvSpPr>
          <p:spPr>
            <a:xfrm>
              <a:off x="148690" y="132380"/>
              <a:ext cx="2132062" cy="42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1911" spc="30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IHADLAB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935</Words>
  <Application>Microsoft Office PowerPoint</Application>
  <PresentationFormat>Custom</PresentationFormat>
  <Paragraphs>292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Poppins Bold</vt:lpstr>
      <vt:lpstr>Cambria Math</vt:lpstr>
      <vt:lpstr>Poppins</vt:lpstr>
      <vt:lpstr>Calibri</vt:lpstr>
      <vt:lpstr>Poppins Bold Italics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2026-04-RoboGarder-AK</dc:title>
  <cp:lastModifiedBy>Amin Komeili</cp:lastModifiedBy>
  <cp:revision>4</cp:revision>
  <dcterms:created xsi:type="dcterms:W3CDTF">2006-08-16T00:00:00Z</dcterms:created>
  <dcterms:modified xsi:type="dcterms:W3CDTF">2026-04-07T18:20:44Z</dcterms:modified>
  <dc:identifier>DAHGIRb1CCY</dc:identifier>
</cp:coreProperties>
</file>